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4"/>
  </p:sldMasterIdLst>
  <p:notesMasterIdLst>
    <p:notesMasterId r:id="rId17"/>
  </p:notesMasterIdLst>
  <p:sldIdLst>
    <p:sldId id="256" r:id="rId5"/>
    <p:sldId id="259" r:id="rId6"/>
    <p:sldId id="297" r:id="rId7"/>
    <p:sldId id="298" r:id="rId8"/>
    <p:sldId id="299" r:id="rId9"/>
    <p:sldId id="302" r:id="rId10"/>
    <p:sldId id="304" r:id="rId11"/>
    <p:sldId id="305" r:id="rId12"/>
    <p:sldId id="306" r:id="rId13"/>
    <p:sldId id="307" r:id="rId14"/>
    <p:sldId id="300" r:id="rId15"/>
    <p:sldId id="301" r:id="rId16"/>
  </p:sldIdLst>
  <p:sldSz cx="9144000" cy="5143500" type="screen16x9"/>
  <p:notesSz cx="6858000" cy="9144000"/>
  <p:embeddedFontLst>
    <p:embeddedFont>
      <p:font typeface="DM Sans" pitchFamily="2" charset="0"/>
      <p:regular r:id="rId18"/>
      <p:bold r:id="rId19"/>
      <p:italic r:id="rId20"/>
      <p:boldItalic r:id="rId21"/>
    </p:embeddedFont>
    <p:embeddedFont>
      <p:font typeface="Sora"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4BCD2-D68B-4DCC-93DA-41AF3AD6378B}" v="40" dt="2025-04-06T12:24:50.245"/>
    <p1510:client id="{366A8E05-25A8-802B-FFDC-DD44A273C6D6}" v="47" dt="2025-04-06T13:58:50.438"/>
    <p1510:client id="{688EA291-9FB9-ADDF-2F76-E8B9836ED11D}" v="1" dt="2025-04-06T14:06:16.116"/>
  </p1510:revLst>
</p1510:revInfo>
</file>

<file path=ppt/tableStyles.xml><?xml version="1.0" encoding="utf-8"?>
<a:tblStyleLst xmlns:a="http://schemas.openxmlformats.org/drawingml/2006/main" def="{73F37561-6309-4AB1-8340-580287C5B0AE}">
  <a:tblStyle styleId="{73F37561-6309-4AB1-8340-580287C5B0A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6E18EE0-BCAD-486E-8797-972B6CD33E7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915" autoAdjust="0"/>
  </p:normalViewPr>
  <p:slideViewPr>
    <p:cSldViewPr snapToGrid="0">
      <p:cViewPr varScale="1">
        <p:scale>
          <a:sx n="111" d="100"/>
          <a:sy n="111" d="100"/>
        </p:scale>
        <p:origin x="393"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Meihao" userId="S::mh.lai.2024@mitb.smu.edu.sg::887438c2-e32c-43bf-9025-40345505d04b" providerId="AD" clId="Web-{366A8E05-25A8-802B-FFDC-DD44A273C6D6}"/>
    <pc:docChg chg="addSld modSld sldOrd">
      <pc:chgData name="LAI Meihao" userId="S::mh.lai.2024@mitb.smu.edu.sg::887438c2-e32c-43bf-9025-40345505d04b" providerId="AD" clId="Web-{366A8E05-25A8-802B-FFDC-DD44A273C6D6}" dt="2025-04-06T13:58:50.438" v="40" actId="1076"/>
      <pc:docMkLst>
        <pc:docMk/>
      </pc:docMkLst>
      <pc:sldChg chg="addSp delSp modSp new ord">
        <pc:chgData name="LAI Meihao" userId="S::mh.lai.2024@mitb.smu.edu.sg::887438c2-e32c-43bf-9025-40345505d04b" providerId="AD" clId="Web-{366A8E05-25A8-802B-FFDC-DD44A273C6D6}" dt="2025-04-06T13:58:41.969" v="39" actId="1076"/>
        <pc:sldMkLst>
          <pc:docMk/>
          <pc:sldMk cId="447988460" sldId="302"/>
        </pc:sldMkLst>
        <pc:spChg chg="del">
          <ac:chgData name="LAI Meihao" userId="S::mh.lai.2024@mitb.smu.edu.sg::887438c2-e32c-43bf-9025-40345505d04b" providerId="AD" clId="Web-{366A8E05-25A8-802B-FFDC-DD44A273C6D6}" dt="2025-04-06T13:53:14.067" v="4"/>
          <ac:spMkLst>
            <pc:docMk/>
            <pc:sldMk cId="447988460" sldId="302"/>
            <ac:spMk id="2" creationId="{45A5335D-8599-3E5C-98F4-26EDBCE53838}"/>
          </ac:spMkLst>
        </pc:spChg>
        <pc:spChg chg="del">
          <ac:chgData name="LAI Meihao" userId="S::mh.lai.2024@mitb.smu.edu.sg::887438c2-e32c-43bf-9025-40345505d04b" providerId="AD" clId="Web-{366A8E05-25A8-802B-FFDC-DD44A273C6D6}" dt="2025-04-06T13:53:14.067" v="3"/>
          <ac:spMkLst>
            <pc:docMk/>
            <pc:sldMk cId="447988460" sldId="302"/>
            <ac:spMk id="3" creationId="{C8720A37-11A5-1098-DBB6-72083816340F}"/>
          </ac:spMkLst>
        </pc:spChg>
        <pc:spChg chg="add del">
          <ac:chgData name="LAI Meihao" userId="S::mh.lai.2024@mitb.smu.edu.sg::887438c2-e32c-43bf-9025-40345505d04b" providerId="AD" clId="Web-{366A8E05-25A8-802B-FFDC-DD44A273C6D6}" dt="2025-04-06T13:57:38.873" v="36"/>
          <ac:spMkLst>
            <pc:docMk/>
            <pc:sldMk cId="447988460" sldId="302"/>
            <ac:spMk id="5" creationId="{3055AE10-3105-AA63-5CD3-997D5E5E2D90}"/>
          </ac:spMkLst>
        </pc:spChg>
        <pc:picChg chg="add mod">
          <ac:chgData name="LAI Meihao" userId="S::mh.lai.2024@mitb.smu.edu.sg::887438c2-e32c-43bf-9025-40345505d04b" providerId="AD" clId="Web-{366A8E05-25A8-802B-FFDC-DD44A273C6D6}" dt="2025-04-06T13:58:41.969" v="39" actId="1076"/>
          <ac:picMkLst>
            <pc:docMk/>
            <pc:sldMk cId="447988460" sldId="302"/>
            <ac:picMk id="4" creationId="{D421B170-6F18-FDBE-1E52-1369A57E1125}"/>
          </ac:picMkLst>
        </pc:picChg>
      </pc:sldChg>
      <pc:sldChg chg="addSp delSp modSp new">
        <pc:chgData name="LAI Meihao" userId="S::mh.lai.2024@mitb.smu.edu.sg::887438c2-e32c-43bf-9025-40345505d04b" providerId="AD" clId="Web-{366A8E05-25A8-802B-FFDC-DD44A273C6D6}" dt="2025-04-06T13:58:50.438" v="40" actId="1076"/>
        <pc:sldMkLst>
          <pc:docMk/>
          <pc:sldMk cId="2678846617" sldId="303"/>
        </pc:sldMkLst>
        <pc:spChg chg="del">
          <ac:chgData name="LAI Meihao" userId="S::mh.lai.2024@mitb.smu.edu.sg::887438c2-e32c-43bf-9025-40345505d04b" providerId="AD" clId="Web-{366A8E05-25A8-802B-FFDC-DD44A273C6D6}" dt="2025-04-06T13:54:36.429" v="16"/>
          <ac:spMkLst>
            <pc:docMk/>
            <pc:sldMk cId="2678846617" sldId="303"/>
            <ac:spMk id="2" creationId="{A67654E9-1292-53CD-2D2A-95CBDE61546B}"/>
          </ac:spMkLst>
        </pc:spChg>
        <pc:spChg chg="del">
          <ac:chgData name="LAI Meihao" userId="S::mh.lai.2024@mitb.smu.edu.sg::887438c2-e32c-43bf-9025-40345505d04b" providerId="AD" clId="Web-{366A8E05-25A8-802B-FFDC-DD44A273C6D6}" dt="2025-04-06T13:54:36.429" v="15"/>
          <ac:spMkLst>
            <pc:docMk/>
            <pc:sldMk cId="2678846617" sldId="303"/>
            <ac:spMk id="3" creationId="{E6774484-5854-5F6A-1106-7799F6E2A309}"/>
          </ac:spMkLst>
        </pc:spChg>
        <pc:picChg chg="add mod">
          <ac:chgData name="LAI Meihao" userId="S::mh.lai.2024@mitb.smu.edu.sg::887438c2-e32c-43bf-9025-40345505d04b" providerId="AD" clId="Web-{366A8E05-25A8-802B-FFDC-DD44A273C6D6}" dt="2025-04-06T13:58:50.438" v="40" actId="1076"/>
          <ac:picMkLst>
            <pc:docMk/>
            <pc:sldMk cId="2678846617" sldId="303"/>
            <ac:picMk id="4" creationId="{F03A6F09-89D8-3943-1703-05652A8D0C7E}"/>
          </ac:picMkLst>
        </pc:picChg>
      </pc:sldChg>
      <pc:sldChg chg="addSp modSp new">
        <pc:chgData name="LAI Meihao" userId="S::mh.lai.2024@mitb.smu.edu.sg::887438c2-e32c-43bf-9025-40345505d04b" providerId="AD" clId="Web-{366A8E05-25A8-802B-FFDC-DD44A273C6D6}" dt="2025-04-06T13:55:31.994" v="21" actId="1076"/>
        <pc:sldMkLst>
          <pc:docMk/>
          <pc:sldMk cId="1820622017" sldId="304"/>
        </pc:sldMkLst>
        <pc:picChg chg="add mod">
          <ac:chgData name="LAI Meihao" userId="S::mh.lai.2024@mitb.smu.edu.sg::887438c2-e32c-43bf-9025-40345505d04b" providerId="AD" clId="Web-{366A8E05-25A8-802B-FFDC-DD44A273C6D6}" dt="2025-04-06T13:55:31.994" v="21" actId="1076"/>
          <ac:picMkLst>
            <pc:docMk/>
            <pc:sldMk cId="1820622017" sldId="304"/>
            <ac:picMk id="4" creationId="{E2AF3D4A-A310-94E2-D061-CB18B102E831}"/>
          </ac:picMkLst>
        </pc:picChg>
      </pc:sldChg>
      <pc:sldChg chg="addSp modSp new">
        <pc:chgData name="LAI Meihao" userId="S::mh.lai.2024@mitb.smu.edu.sg::887438c2-e32c-43bf-9025-40345505d04b" providerId="AD" clId="Web-{366A8E05-25A8-802B-FFDC-DD44A273C6D6}" dt="2025-04-06T13:56:02.760" v="24" actId="1076"/>
        <pc:sldMkLst>
          <pc:docMk/>
          <pc:sldMk cId="1706639756" sldId="305"/>
        </pc:sldMkLst>
        <pc:picChg chg="add mod">
          <ac:chgData name="LAI Meihao" userId="S::mh.lai.2024@mitb.smu.edu.sg::887438c2-e32c-43bf-9025-40345505d04b" providerId="AD" clId="Web-{366A8E05-25A8-802B-FFDC-DD44A273C6D6}" dt="2025-04-06T13:56:02.760" v="24" actId="1076"/>
          <ac:picMkLst>
            <pc:docMk/>
            <pc:sldMk cId="1706639756" sldId="305"/>
            <ac:picMk id="4" creationId="{8247171C-4916-7357-FBB0-65DA59E9094A}"/>
          </ac:picMkLst>
        </pc:picChg>
      </pc:sldChg>
      <pc:sldChg chg="addSp delSp modSp new">
        <pc:chgData name="LAI Meihao" userId="S::mh.lai.2024@mitb.smu.edu.sg::887438c2-e32c-43bf-9025-40345505d04b" providerId="AD" clId="Web-{366A8E05-25A8-802B-FFDC-DD44A273C6D6}" dt="2025-04-06T13:56:28.714" v="28"/>
        <pc:sldMkLst>
          <pc:docMk/>
          <pc:sldMk cId="1111152976" sldId="306"/>
        </pc:sldMkLst>
        <pc:spChg chg="del">
          <ac:chgData name="LAI Meihao" userId="S::mh.lai.2024@mitb.smu.edu.sg::887438c2-e32c-43bf-9025-40345505d04b" providerId="AD" clId="Web-{366A8E05-25A8-802B-FFDC-DD44A273C6D6}" dt="2025-04-06T13:56:24.417" v="27"/>
          <ac:spMkLst>
            <pc:docMk/>
            <pc:sldMk cId="1111152976" sldId="306"/>
            <ac:spMk id="2" creationId="{037B0E34-FE15-F534-84FB-43904E3D0E77}"/>
          </ac:spMkLst>
        </pc:spChg>
        <pc:spChg chg="del">
          <ac:chgData name="LAI Meihao" userId="S::mh.lai.2024@mitb.smu.edu.sg::887438c2-e32c-43bf-9025-40345505d04b" providerId="AD" clId="Web-{366A8E05-25A8-802B-FFDC-DD44A273C6D6}" dt="2025-04-06T13:56:24.417" v="26"/>
          <ac:spMkLst>
            <pc:docMk/>
            <pc:sldMk cId="1111152976" sldId="306"/>
            <ac:spMk id="3" creationId="{D7780B07-ED0E-F661-A757-F05EEE56F8D7}"/>
          </ac:spMkLst>
        </pc:spChg>
        <pc:picChg chg="add mod">
          <ac:chgData name="LAI Meihao" userId="S::mh.lai.2024@mitb.smu.edu.sg::887438c2-e32c-43bf-9025-40345505d04b" providerId="AD" clId="Web-{366A8E05-25A8-802B-FFDC-DD44A273C6D6}" dt="2025-04-06T13:56:28.714" v="28"/>
          <ac:picMkLst>
            <pc:docMk/>
            <pc:sldMk cId="1111152976" sldId="306"/>
            <ac:picMk id="4" creationId="{8B238526-7BBA-A656-D429-698DCC23CE0D}"/>
          </ac:picMkLst>
        </pc:picChg>
      </pc:sldChg>
      <pc:sldChg chg="addSp delSp modSp new">
        <pc:chgData name="LAI Meihao" userId="S::mh.lai.2024@mitb.smu.edu.sg::887438c2-e32c-43bf-9025-40345505d04b" providerId="AD" clId="Web-{366A8E05-25A8-802B-FFDC-DD44A273C6D6}" dt="2025-04-06T13:57:48.686" v="38"/>
        <pc:sldMkLst>
          <pc:docMk/>
          <pc:sldMk cId="574403649" sldId="307"/>
        </pc:sldMkLst>
        <pc:picChg chg="add mod">
          <ac:chgData name="LAI Meihao" userId="S::mh.lai.2024@mitb.smu.edu.sg::887438c2-e32c-43bf-9025-40345505d04b" providerId="AD" clId="Web-{366A8E05-25A8-802B-FFDC-DD44A273C6D6}" dt="2025-04-06T13:57:34.013" v="34" actId="1076"/>
          <ac:picMkLst>
            <pc:docMk/>
            <pc:sldMk cId="574403649" sldId="307"/>
            <ac:picMk id="2" creationId="{8CC3FF9D-0090-5E73-E172-0C2FE51D9358}"/>
          </ac:picMkLst>
        </pc:picChg>
        <pc:picChg chg="add del mod">
          <ac:chgData name="LAI Meihao" userId="S::mh.lai.2024@mitb.smu.edu.sg::887438c2-e32c-43bf-9025-40345505d04b" providerId="AD" clId="Web-{366A8E05-25A8-802B-FFDC-DD44A273C6D6}" dt="2025-04-06T13:57:48.686" v="38"/>
          <ac:picMkLst>
            <pc:docMk/>
            <pc:sldMk cId="574403649" sldId="307"/>
            <ac:picMk id="3" creationId="{E28475A7-E93A-4F47-26E9-B943620A6AF2}"/>
          </ac:picMkLst>
        </pc:picChg>
      </pc:sldChg>
    </pc:docChg>
  </pc:docChgLst>
  <pc:docChgLst>
    <pc:chgData name="FAN Jing" userId="976ba767-88b9-4384-a217-d7709a3144a7" providerId="ADAL" clId="{0214BCD2-D68B-4DCC-93DA-41AF3AD6378B}"/>
    <pc:docChg chg="undo custSel addSld modSld">
      <pc:chgData name="FAN Jing" userId="976ba767-88b9-4384-a217-d7709a3144a7" providerId="ADAL" clId="{0214BCD2-D68B-4DCC-93DA-41AF3AD6378B}" dt="2025-04-06T12:35:08.835" v="4591" actId="20577"/>
      <pc:docMkLst>
        <pc:docMk/>
      </pc:docMkLst>
      <pc:sldChg chg="addSp delSp modSp mod">
        <pc:chgData name="FAN Jing" userId="976ba767-88b9-4384-a217-d7709a3144a7" providerId="ADAL" clId="{0214BCD2-D68B-4DCC-93DA-41AF3AD6378B}" dt="2025-04-06T10:05:53.386" v="502" actId="20577"/>
        <pc:sldMkLst>
          <pc:docMk/>
          <pc:sldMk cId="0" sldId="259"/>
        </pc:sldMkLst>
        <pc:spChg chg="add del mod">
          <ac:chgData name="FAN Jing" userId="976ba767-88b9-4384-a217-d7709a3144a7" providerId="ADAL" clId="{0214BCD2-D68B-4DCC-93DA-41AF3AD6378B}" dt="2025-04-06T09:47:16.599" v="51" actId="478"/>
          <ac:spMkLst>
            <pc:docMk/>
            <pc:sldMk cId="0" sldId="259"/>
            <ac:spMk id="4" creationId="{027F408D-8936-B648-54AA-893A907DB80F}"/>
          </ac:spMkLst>
        </pc:spChg>
        <pc:spChg chg="add mod">
          <ac:chgData name="FAN Jing" userId="976ba767-88b9-4384-a217-d7709a3144a7" providerId="ADAL" clId="{0214BCD2-D68B-4DCC-93DA-41AF3AD6378B}" dt="2025-04-06T10:05:53.386" v="502" actId="20577"/>
          <ac:spMkLst>
            <pc:docMk/>
            <pc:sldMk cId="0" sldId="259"/>
            <ac:spMk id="8" creationId="{F0C44161-BEA5-0170-69D0-7B194B8F9683}"/>
          </ac:spMkLst>
        </pc:spChg>
        <pc:spChg chg="mod">
          <ac:chgData name="FAN Jing" userId="976ba767-88b9-4384-a217-d7709a3144a7" providerId="ADAL" clId="{0214BCD2-D68B-4DCC-93DA-41AF3AD6378B}" dt="2025-04-06T09:48:05.302" v="69" actId="14100"/>
          <ac:spMkLst>
            <pc:docMk/>
            <pc:sldMk cId="0" sldId="259"/>
            <ac:spMk id="277" creationId="{00000000-0000-0000-0000-000000000000}"/>
          </ac:spMkLst>
        </pc:spChg>
        <pc:picChg chg="add del mod">
          <ac:chgData name="FAN Jing" userId="976ba767-88b9-4384-a217-d7709a3144a7" providerId="ADAL" clId="{0214BCD2-D68B-4DCC-93DA-41AF3AD6378B}" dt="2025-04-06T09:53:26.524" v="268" actId="478"/>
          <ac:picMkLst>
            <pc:docMk/>
            <pc:sldMk cId="0" sldId="259"/>
            <ac:picMk id="6" creationId="{87388A7B-7718-AAD3-AAD2-5D7C82886BFC}"/>
          </ac:picMkLst>
        </pc:picChg>
        <pc:picChg chg="add mod">
          <ac:chgData name="FAN Jing" userId="976ba767-88b9-4384-a217-d7709a3144a7" providerId="ADAL" clId="{0214BCD2-D68B-4DCC-93DA-41AF3AD6378B}" dt="2025-04-06T09:59:52.262" v="416" actId="1076"/>
          <ac:picMkLst>
            <pc:docMk/>
            <pc:sldMk cId="0" sldId="259"/>
            <ac:picMk id="10" creationId="{C693961F-2D3A-EB0F-81C0-24E7415D84B8}"/>
          </ac:picMkLst>
        </pc:picChg>
        <pc:picChg chg="mod">
          <ac:chgData name="FAN Jing" userId="976ba767-88b9-4384-a217-d7709a3144a7" providerId="ADAL" clId="{0214BCD2-D68B-4DCC-93DA-41AF3AD6378B}" dt="2025-04-06T09:43:03.449" v="4" actId="14100"/>
          <ac:picMkLst>
            <pc:docMk/>
            <pc:sldMk cId="0" sldId="259"/>
            <ac:picMk id="279" creationId="{00000000-0000-0000-0000-000000000000}"/>
          </ac:picMkLst>
        </pc:picChg>
      </pc:sldChg>
      <pc:sldChg chg="addSp modSp mod">
        <pc:chgData name="FAN Jing" userId="976ba767-88b9-4384-a217-d7709a3144a7" providerId="ADAL" clId="{0214BCD2-D68B-4DCC-93DA-41AF3AD6378B}" dt="2025-04-06T10:06:04.344" v="505" actId="20577"/>
        <pc:sldMkLst>
          <pc:docMk/>
          <pc:sldMk cId="2190139121" sldId="297"/>
        </pc:sldMkLst>
        <pc:spChg chg="add mod">
          <ac:chgData name="FAN Jing" userId="976ba767-88b9-4384-a217-d7709a3144a7" providerId="ADAL" clId="{0214BCD2-D68B-4DCC-93DA-41AF3AD6378B}" dt="2025-04-06T10:06:04.344" v="505" actId="20577"/>
          <ac:spMkLst>
            <pc:docMk/>
            <pc:sldMk cId="2190139121" sldId="297"/>
            <ac:spMk id="4" creationId="{1EB7E04C-9D4A-731A-99FE-88913A7E6628}"/>
          </ac:spMkLst>
        </pc:spChg>
        <pc:spChg chg="mod">
          <ac:chgData name="FAN Jing" userId="976ba767-88b9-4384-a217-d7709a3144a7" providerId="ADAL" clId="{0214BCD2-D68B-4DCC-93DA-41AF3AD6378B}" dt="2025-04-06T10:00:52.692" v="425"/>
          <ac:spMkLst>
            <pc:docMk/>
            <pc:sldMk cId="2190139121" sldId="297"/>
            <ac:spMk id="277" creationId="{A2F9C3BD-BAA1-2C78-B0E0-B9EC3EFB1234}"/>
          </ac:spMkLst>
        </pc:spChg>
        <pc:picChg chg="add mod">
          <ac:chgData name="FAN Jing" userId="976ba767-88b9-4384-a217-d7709a3144a7" providerId="ADAL" clId="{0214BCD2-D68B-4DCC-93DA-41AF3AD6378B}" dt="2025-04-06T10:05:59.773" v="504" actId="14100"/>
          <ac:picMkLst>
            <pc:docMk/>
            <pc:sldMk cId="2190139121" sldId="297"/>
            <ac:picMk id="3" creationId="{372DD1AA-BC33-10B6-BAF0-B880C5025E97}"/>
          </ac:picMkLst>
        </pc:picChg>
        <pc:picChg chg="mod">
          <ac:chgData name="FAN Jing" userId="976ba767-88b9-4384-a217-d7709a3144a7" providerId="ADAL" clId="{0214BCD2-D68B-4DCC-93DA-41AF3AD6378B}" dt="2025-04-06T10:02:21.105" v="434" actId="14100"/>
          <ac:picMkLst>
            <pc:docMk/>
            <pc:sldMk cId="2190139121" sldId="297"/>
            <ac:picMk id="279" creationId="{364EACFA-16E0-BB72-238F-05CE1F420ABF}"/>
          </ac:picMkLst>
        </pc:picChg>
      </pc:sldChg>
      <pc:sldChg chg="addSp delSp modSp mod">
        <pc:chgData name="FAN Jing" userId="976ba767-88b9-4384-a217-d7709a3144a7" providerId="ADAL" clId="{0214BCD2-D68B-4DCC-93DA-41AF3AD6378B}" dt="2025-04-06T11:24:22.424" v="2987" actId="20577"/>
        <pc:sldMkLst>
          <pc:docMk/>
          <pc:sldMk cId="1028905696" sldId="298"/>
        </pc:sldMkLst>
        <pc:spChg chg="add del mod">
          <ac:chgData name="FAN Jing" userId="976ba767-88b9-4384-a217-d7709a3144a7" providerId="ADAL" clId="{0214BCD2-D68B-4DCC-93DA-41AF3AD6378B}" dt="2025-04-06T10:34:52.544" v="1014" actId="478"/>
          <ac:spMkLst>
            <pc:docMk/>
            <pc:sldMk cId="1028905696" sldId="298"/>
            <ac:spMk id="2" creationId="{9F023410-46F8-76D0-FA4B-6BD2D9F7A772}"/>
          </ac:spMkLst>
        </pc:spChg>
        <pc:spChg chg="add mod">
          <ac:chgData name="FAN Jing" userId="976ba767-88b9-4384-a217-d7709a3144a7" providerId="ADAL" clId="{0214BCD2-D68B-4DCC-93DA-41AF3AD6378B}" dt="2025-04-06T11:15:33.223" v="2499" actId="20577"/>
          <ac:spMkLst>
            <pc:docMk/>
            <pc:sldMk cId="1028905696" sldId="298"/>
            <ac:spMk id="3" creationId="{F19C27BE-C546-8CCE-D4E1-AD468DC72CAE}"/>
          </ac:spMkLst>
        </pc:spChg>
        <pc:spChg chg="add mod">
          <ac:chgData name="FAN Jing" userId="976ba767-88b9-4384-a217-d7709a3144a7" providerId="ADAL" clId="{0214BCD2-D68B-4DCC-93DA-41AF3AD6378B}" dt="2025-04-06T10:50:48.997" v="1479" actId="20577"/>
          <ac:spMkLst>
            <pc:docMk/>
            <pc:sldMk cId="1028905696" sldId="298"/>
            <ac:spMk id="12" creationId="{EB071F65-1584-95E0-63BF-53DB8949052D}"/>
          </ac:spMkLst>
        </pc:spChg>
        <pc:spChg chg="add mod">
          <ac:chgData name="FAN Jing" userId="976ba767-88b9-4384-a217-d7709a3144a7" providerId="ADAL" clId="{0214BCD2-D68B-4DCC-93DA-41AF3AD6378B}" dt="2025-04-06T10:51:07.766" v="1483" actId="20577"/>
          <ac:spMkLst>
            <pc:docMk/>
            <pc:sldMk cId="1028905696" sldId="298"/>
            <ac:spMk id="13" creationId="{13B44FC3-38E5-74EF-194F-14FDDE796EAB}"/>
          </ac:spMkLst>
        </pc:spChg>
        <pc:spChg chg="add mod">
          <ac:chgData name="FAN Jing" userId="976ba767-88b9-4384-a217-d7709a3144a7" providerId="ADAL" clId="{0214BCD2-D68B-4DCC-93DA-41AF3AD6378B}" dt="2025-04-06T10:51:16.085" v="1486" actId="20577"/>
          <ac:spMkLst>
            <pc:docMk/>
            <pc:sldMk cId="1028905696" sldId="298"/>
            <ac:spMk id="14" creationId="{2F9AFDFA-516C-7EA4-E8AC-BA020A63E911}"/>
          </ac:spMkLst>
        </pc:spChg>
        <pc:spChg chg="add mod">
          <ac:chgData name="FAN Jing" userId="976ba767-88b9-4384-a217-d7709a3144a7" providerId="ADAL" clId="{0214BCD2-D68B-4DCC-93DA-41AF3AD6378B}" dt="2025-04-06T10:51:28.330" v="1490" actId="20577"/>
          <ac:spMkLst>
            <pc:docMk/>
            <pc:sldMk cId="1028905696" sldId="298"/>
            <ac:spMk id="15" creationId="{9043B412-C205-54F3-3FBF-6B79CAA1022C}"/>
          </ac:spMkLst>
        </pc:spChg>
        <pc:spChg chg="add del mod">
          <ac:chgData name="FAN Jing" userId="976ba767-88b9-4384-a217-d7709a3144a7" providerId="ADAL" clId="{0214BCD2-D68B-4DCC-93DA-41AF3AD6378B}" dt="2025-04-06T10:57:42.785" v="1830" actId="478"/>
          <ac:spMkLst>
            <pc:docMk/>
            <pc:sldMk cId="1028905696" sldId="298"/>
            <ac:spMk id="16" creationId="{2C6C36D0-A411-A62C-38D0-1DE4EB503F9C}"/>
          </ac:spMkLst>
        </pc:spChg>
        <pc:spChg chg="mod">
          <ac:chgData name="FAN Jing" userId="976ba767-88b9-4384-a217-d7709a3144a7" providerId="ADAL" clId="{0214BCD2-D68B-4DCC-93DA-41AF3AD6378B}" dt="2025-04-06T11:24:22.424" v="2987" actId="20577"/>
          <ac:spMkLst>
            <pc:docMk/>
            <pc:sldMk cId="1028905696" sldId="298"/>
            <ac:spMk id="277" creationId="{70B0C3C4-DED9-B336-8D7E-38AC850C3924}"/>
          </ac:spMkLst>
        </pc:spChg>
        <pc:picChg chg="add del mod">
          <ac:chgData name="FAN Jing" userId="976ba767-88b9-4384-a217-d7709a3144a7" providerId="ADAL" clId="{0214BCD2-D68B-4DCC-93DA-41AF3AD6378B}" dt="2025-04-06T10:48:34.479" v="1436" actId="478"/>
          <ac:picMkLst>
            <pc:docMk/>
            <pc:sldMk cId="1028905696" sldId="298"/>
            <ac:picMk id="5" creationId="{19E4D97C-C14A-5453-935C-DFBADAE0487A}"/>
          </ac:picMkLst>
        </pc:picChg>
        <pc:picChg chg="add del mod">
          <ac:chgData name="FAN Jing" userId="976ba767-88b9-4384-a217-d7709a3144a7" providerId="ADAL" clId="{0214BCD2-D68B-4DCC-93DA-41AF3AD6378B}" dt="2025-04-06T10:50:21.625" v="1473" actId="478"/>
          <ac:picMkLst>
            <pc:docMk/>
            <pc:sldMk cId="1028905696" sldId="298"/>
            <ac:picMk id="7" creationId="{599E3BB9-468F-1030-2D9D-03A736FC1521}"/>
          </ac:picMkLst>
        </pc:picChg>
        <pc:picChg chg="add mod">
          <ac:chgData name="FAN Jing" userId="976ba767-88b9-4384-a217-d7709a3144a7" providerId="ADAL" clId="{0214BCD2-D68B-4DCC-93DA-41AF3AD6378B}" dt="2025-04-06T11:07:32.271" v="2122" actId="1076"/>
          <ac:picMkLst>
            <pc:docMk/>
            <pc:sldMk cId="1028905696" sldId="298"/>
            <ac:picMk id="9" creationId="{F4E34621-5C1A-2374-848A-F9E29D4B566C}"/>
          </ac:picMkLst>
        </pc:picChg>
        <pc:picChg chg="add mod">
          <ac:chgData name="FAN Jing" userId="976ba767-88b9-4384-a217-d7709a3144a7" providerId="ADAL" clId="{0214BCD2-D68B-4DCC-93DA-41AF3AD6378B}" dt="2025-04-06T10:50:17.672" v="1471" actId="14100"/>
          <ac:picMkLst>
            <pc:docMk/>
            <pc:sldMk cId="1028905696" sldId="298"/>
            <ac:picMk id="11" creationId="{94409B95-2CF0-A276-49CE-6F27774B802D}"/>
          </ac:picMkLst>
        </pc:picChg>
        <pc:picChg chg="add mod">
          <ac:chgData name="FAN Jing" userId="976ba767-88b9-4384-a217-d7709a3144a7" providerId="ADAL" clId="{0214BCD2-D68B-4DCC-93DA-41AF3AD6378B}" dt="2025-04-06T11:00:11.396" v="1852" actId="1076"/>
          <ac:picMkLst>
            <pc:docMk/>
            <pc:sldMk cId="1028905696" sldId="298"/>
            <ac:picMk id="18" creationId="{7BA3BEFD-51DB-4183-0EC2-D64419FA8ED5}"/>
          </ac:picMkLst>
        </pc:picChg>
      </pc:sldChg>
      <pc:sldChg chg="addSp delSp modSp mod">
        <pc:chgData name="FAN Jing" userId="976ba767-88b9-4384-a217-d7709a3144a7" providerId="ADAL" clId="{0214BCD2-D68B-4DCC-93DA-41AF3AD6378B}" dt="2025-04-06T12:23:37.259" v="4106" actId="1076"/>
        <pc:sldMkLst>
          <pc:docMk/>
          <pc:sldMk cId="2454931529" sldId="299"/>
        </pc:sldMkLst>
        <pc:spChg chg="add mod">
          <ac:chgData name="FAN Jing" userId="976ba767-88b9-4384-a217-d7709a3144a7" providerId="ADAL" clId="{0214BCD2-D68B-4DCC-93DA-41AF3AD6378B}" dt="2025-04-06T12:23:37.259" v="4106" actId="1076"/>
          <ac:spMkLst>
            <pc:docMk/>
            <pc:sldMk cId="2454931529" sldId="299"/>
            <ac:spMk id="4" creationId="{CB70E0FF-BB4E-5D8F-AF39-E5A06C3A6C5C}"/>
          </ac:spMkLst>
        </pc:spChg>
        <pc:spChg chg="add del mod">
          <ac:chgData name="FAN Jing" userId="976ba767-88b9-4384-a217-d7709a3144a7" providerId="ADAL" clId="{0214BCD2-D68B-4DCC-93DA-41AF3AD6378B}" dt="2025-04-06T11:22:06.886" v="2963" actId="478"/>
          <ac:spMkLst>
            <pc:docMk/>
            <pc:sldMk cId="2454931529" sldId="299"/>
            <ac:spMk id="8" creationId="{25FE4D12-025C-499A-402C-BABCFA314527}"/>
          </ac:spMkLst>
        </pc:spChg>
        <pc:spChg chg="add del mod">
          <ac:chgData name="FAN Jing" userId="976ba767-88b9-4384-a217-d7709a3144a7" providerId="ADAL" clId="{0214BCD2-D68B-4DCC-93DA-41AF3AD6378B}" dt="2025-04-06T11:22:13.879" v="2966" actId="478"/>
          <ac:spMkLst>
            <pc:docMk/>
            <pc:sldMk cId="2454931529" sldId="299"/>
            <ac:spMk id="10" creationId="{9074C58E-96B4-6A88-D529-A3D50AD969F8}"/>
          </ac:spMkLst>
        </pc:spChg>
        <pc:spChg chg="add del mod">
          <ac:chgData name="FAN Jing" userId="976ba767-88b9-4384-a217-d7709a3144a7" providerId="ADAL" clId="{0214BCD2-D68B-4DCC-93DA-41AF3AD6378B}" dt="2025-04-06T11:23:30.302" v="2986" actId="478"/>
          <ac:spMkLst>
            <pc:docMk/>
            <pc:sldMk cId="2454931529" sldId="299"/>
            <ac:spMk id="11" creationId="{36268137-8A61-4929-9E36-CA59DEC781EE}"/>
          </ac:spMkLst>
        </pc:spChg>
        <pc:spChg chg="add del mod">
          <ac:chgData name="FAN Jing" userId="976ba767-88b9-4384-a217-d7709a3144a7" providerId="ADAL" clId="{0214BCD2-D68B-4DCC-93DA-41AF3AD6378B}" dt="2025-04-06T11:23:24.939" v="2985" actId="478"/>
          <ac:spMkLst>
            <pc:docMk/>
            <pc:sldMk cId="2454931529" sldId="299"/>
            <ac:spMk id="13" creationId="{8A605C28-7E3B-3488-2B25-D66A2CD34809}"/>
          </ac:spMkLst>
        </pc:spChg>
        <pc:spChg chg="add del mod">
          <ac:chgData name="FAN Jing" userId="976ba767-88b9-4384-a217-d7709a3144a7" providerId="ADAL" clId="{0214BCD2-D68B-4DCC-93DA-41AF3AD6378B}" dt="2025-04-06T11:23:22.789" v="2984" actId="478"/>
          <ac:spMkLst>
            <pc:docMk/>
            <pc:sldMk cId="2454931529" sldId="299"/>
            <ac:spMk id="14" creationId="{931BA950-ED16-2804-8426-C521867F359D}"/>
          </ac:spMkLst>
        </pc:spChg>
        <pc:spChg chg="mod">
          <ac:chgData name="FAN Jing" userId="976ba767-88b9-4384-a217-d7709a3144a7" providerId="ADAL" clId="{0214BCD2-D68B-4DCC-93DA-41AF3AD6378B}" dt="2025-04-06T11:49:08.924" v="3018" actId="108"/>
          <ac:spMkLst>
            <pc:docMk/>
            <pc:sldMk cId="2454931529" sldId="299"/>
            <ac:spMk id="277" creationId="{6E8552F2-192D-9D55-7305-66A4AC908103}"/>
          </ac:spMkLst>
        </pc:spChg>
        <pc:picChg chg="add mod">
          <ac:chgData name="FAN Jing" userId="976ba767-88b9-4384-a217-d7709a3144a7" providerId="ADAL" clId="{0214BCD2-D68B-4DCC-93DA-41AF3AD6378B}" dt="2025-04-06T11:49:12.376" v="3019" actId="1076"/>
          <ac:picMkLst>
            <pc:docMk/>
            <pc:sldMk cId="2454931529" sldId="299"/>
            <ac:picMk id="3" creationId="{F85CCE4C-53C5-675C-2E23-F2CAA8EF2614}"/>
          </ac:picMkLst>
        </pc:picChg>
        <pc:picChg chg="add mod">
          <ac:chgData name="FAN Jing" userId="976ba767-88b9-4384-a217-d7709a3144a7" providerId="ADAL" clId="{0214BCD2-D68B-4DCC-93DA-41AF3AD6378B}" dt="2025-04-06T11:49:02.376" v="3016" actId="1076"/>
          <ac:picMkLst>
            <pc:docMk/>
            <pc:sldMk cId="2454931529" sldId="299"/>
            <ac:picMk id="6" creationId="{D1CD4FCF-2A06-9C4F-20B8-673C59C18D1A}"/>
          </ac:picMkLst>
        </pc:picChg>
        <pc:picChg chg="add del mod">
          <ac:chgData name="FAN Jing" userId="976ba767-88b9-4384-a217-d7709a3144a7" providerId="ADAL" clId="{0214BCD2-D68B-4DCC-93DA-41AF3AD6378B}" dt="2025-04-06T11:22:30.361" v="2971" actId="478"/>
          <ac:picMkLst>
            <pc:docMk/>
            <pc:sldMk cId="2454931529" sldId="299"/>
            <ac:picMk id="12" creationId="{B2010554-55BA-5EFA-1893-CD6F656074AB}"/>
          </ac:picMkLst>
        </pc:picChg>
        <pc:picChg chg="mod">
          <ac:chgData name="FAN Jing" userId="976ba767-88b9-4384-a217-d7709a3144a7" providerId="ADAL" clId="{0214BCD2-D68B-4DCC-93DA-41AF3AD6378B}" dt="2025-04-06T11:16:37.050" v="2516" actId="1076"/>
          <ac:picMkLst>
            <pc:docMk/>
            <pc:sldMk cId="2454931529" sldId="299"/>
            <ac:picMk id="279" creationId="{B2FA0001-DFA3-75A0-1197-E7E5C2644779}"/>
          </ac:picMkLst>
        </pc:picChg>
      </pc:sldChg>
      <pc:sldChg chg="addSp delSp modSp new mod">
        <pc:chgData name="FAN Jing" userId="976ba767-88b9-4384-a217-d7709a3144a7" providerId="ADAL" clId="{0214BCD2-D68B-4DCC-93DA-41AF3AD6378B}" dt="2025-04-06T12:35:08.835" v="4591" actId="20577"/>
        <pc:sldMkLst>
          <pc:docMk/>
          <pc:sldMk cId="3621929407" sldId="300"/>
        </pc:sldMkLst>
        <pc:spChg chg="add mod">
          <ac:chgData name="FAN Jing" userId="976ba767-88b9-4384-a217-d7709a3144a7" providerId="ADAL" clId="{0214BCD2-D68B-4DCC-93DA-41AF3AD6378B}" dt="2025-04-06T11:54:57.116" v="3126" actId="20577"/>
          <ac:spMkLst>
            <pc:docMk/>
            <pc:sldMk cId="3621929407" sldId="300"/>
            <ac:spMk id="2" creationId="{09784EDE-99FF-4D6C-239C-818FD61A2AA2}"/>
          </ac:spMkLst>
        </pc:spChg>
        <pc:spChg chg="add mod">
          <ac:chgData name="FAN Jing" userId="976ba767-88b9-4384-a217-d7709a3144a7" providerId="ADAL" clId="{0214BCD2-D68B-4DCC-93DA-41AF3AD6378B}" dt="2025-04-06T12:35:08.835" v="4591" actId="20577"/>
          <ac:spMkLst>
            <pc:docMk/>
            <pc:sldMk cId="3621929407" sldId="300"/>
            <ac:spMk id="5" creationId="{4CECBBE2-3263-0F49-060D-4BF4F75A8FDC}"/>
          </ac:spMkLst>
        </pc:spChg>
        <pc:spChg chg="add del mod">
          <ac:chgData name="FAN Jing" userId="976ba767-88b9-4384-a217-d7709a3144a7" providerId="ADAL" clId="{0214BCD2-D68B-4DCC-93DA-41AF3AD6378B}" dt="2025-04-06T12:05:50.585" v="3506" actId="478"/>
          <ac:spMkLst>
            <pc:docMk/>
            <pc:sldMk cId="3621929407" sldId="300"/>
            <ac:spMk id="8" creationId="{4C289121-89C8-9608-EC77-FABE3451460B}"/>
          </ac:spMkLst>
        </pc:spChg>
        <pc:spChg chg="add del mod">
          <ac:chgData name="FAN Jing" userId="976ba767-88b9-4384-a217-d7709a3144a7" providerId="ADAL" clId="{0214BCD2-D68B-4DCC-93DA-41AF3AD6378B}" dt="2025-04-06T12:05:43.870" v="3501" actId="478"/>
          <ac:spMkLst>
            <pc:docMk/>
            <pc:sldMk cId="3621929407" sldId="300"/>
            <ac:spMk id="9" creationId="{35107301-46E7-A525-9AD2-8BCB7CAF9285}"/>
          </ac:spMkLst>
        </pc:spChg>
        <pc:spChg chg="add del mod">
          <ac:chgData name="FAN Jing" userId="976ba767-88b9-4384-a217-d7709a3144a7" providerId="ADAL" clId="{0214BCD2-D68B-4DCC-93DA-41AF3AD6378B}" dt="2025-04-06T12:05:51.383" v="3508" actId="478"/>
          <ac:spMkLst>
            <pc:docMk/>
            <pc:sldMk cId="3621929407" sldId="300"/>
            <ac:spMk id="10" creationId="{70289064-79A3-8CCC-BA7A-0AF4431A48C8}"/>
          </ac:spMkLst>
        </pc:spChg>
        <pc:spChg chg="add del mod">
          <ac:chgData name="FAN Jing" userId="976ba767-88b9-4384-a217-d7709a3144a7" providerId="ADAL" clId="{0214BCD2-D68B-4DCC-93DA-41AF3AD6378B}" dt="2025-04-06T12:05:49.585" v="3505" actId="478"/>
          <ac:spMkLst>
            <pc:docMk/>
            <pc:sldMk cId="3621929407" sldId="300"/>
            <ac:spMk id="11" creationId="{4A9D4768-E5B6-0F71-5C44-7FB785E2EB4F}"/>
          </ac:spMkLst>
        </pc:spChg>
        <pc:spChg chg="add del mod">
          <ac:chgData name="FAN Jing" userId="976ba767-88b9-4384-a217-d7709a3144a7" providerId="ADAL" clId="{0214BCD2-D68B-4DCC-93DA-41AF3AD6378B}" dt="2025-04-06T12:05:45.385" v="3503" actId="478"/>
          <ac:spMkLst>
            <pc:docMk/>
            <pc:sldMk cId="3621929407" sldId="300"/>
            <ac:spMk id="12" creationId="{616AEF08-FEF7-9D41-EAE6-19D824BC1F32}"/>
          </ac:spMkLst>
        </pc:spChg>
        <pc:spChg chg="add mod">
          <ac:chgData name="FAN Jing" userId="976ba767-88b9-4384-a217-d7709a3144a7" providerId="ADAL" clId="{0214BCD2-D68B-4DCC-93DA-41AF3AD6378B}" dt="2025-04-06T12:09:28.962" v="3567" actId="20577"/>
          <ac:spMkLst>
            <pc:docMk/>
            <pc:sldMk cId="3621929407" sldId="300"/>
            <ac:spMk id="23" creationId="{152E2820-63CF-CDD7-1079-0E9F42C92C7A}"/>
          </ac:spMkLst>
        </pc:spChg>
        <pc:spChg chg="add mod">
          <ac:chgData name="FAN Jing" userId="976ba767-88b9-4384-a217-d7709a3144a7" providerId="ADAL" clId="{0214BCD2-D68B-4DCC-93DA-41AF3AD6378B}" dt="2025-04-06T12:09:36.990" v="3571" actId="20577"/>
          <ac:spMkLst>
            <pc:docMk/>
            <pc:sldMk cId="3621929407" sldId="300"/>
            <ac:spMk id="24" creationId="{304726B8-9BA1-2740-60DF-715FC7B983FB}"/>
          </ac:spMkLst>
        </pc:spChg>
        <pc:spChg chg="add mod">
          <ac:chgData name="FAN Jing" userId="976ba767-88b9-4384-a217-d7709a3144a7" providerId="ADAL" clId="{0214BCD2-D68B-4DCC-93DA-41AF3AD6378B}" dt="2025-04-06T12:09:44.066" v="3575" actId="20577"/>
          <ac:spMkLst>
            <pc:docMk/>
            <pc:sldMk cId="3621929407" sldId="300"/>
            <ac:spMk id="25" creationId="{BAA07B54-DDE3-A0A0-8448-84ABA0087B06}"/>
          </ac:spMkLst>
        </pc:spChg>
        <pc:spChg chg="add mod">
          <ac:chgData name="FAN Jing" userId="976ba767-88b9-4384-a217-d7709a3144a7" providerId="ADAL" clId="{0214BCD2-D68B-4DCC-93DA-41AF3AD6378B}" dt="2025-04-06T12:09:51.742" v="3579" actId="20577"/>
          <ac:spMkLst>
            <pc:docMk/>
            <pc:sldMk cId="3621929407" sldId="300"/>
            <ac:spMk id="26" creationId="{A1866AD1-AAFC-C32F-BC0C-4CF0DF2FA1AC}"/>
          </ac:spMkLst>
        </pc:spChg>
        <pc:spChg chg="add mod">
          <ac:chgData name="FAN Jing" userId="976ba767-88b9-4384-a217-d7709a3144a7" providerId="ADAL" clId="{0214BCD2-D68B-4DCC-93DA-41AF3AD6378B}" dt="2025-04-06T12:09:57.589" v="3583" actId="20577"/>
          <ac:spMkLst>
            <pc:docMk/>
            <pc:sldMk cId="3621929407" sldId="300"/>
            <ac:spMk id="27" creationId="{EADF47F3-2A47-FFEF-2702-8C7EB6A30943}"/>
          </ac:spMkLst>
        </pc:spChg>
        <pc:spChg chg="add mod">
          <ac:chgData name="FAN Jing" userId="976ba767-88b9-4384-a217-d7709a3144a7" providerId="ADAL" clId="{0214BCD2-D68B-4DCC-93DA-41AF3AD6378B}" dt="2025-04-06T12:10:05.556" v="3587" actId="20577"/>
          <ac:spMkLst>
            <pc:docMk/>
            <pc:sldMk cId="3621929407" sldId="300"/>
            <ac:spMk id="28" creationId="{68DC0A04-6A99-8DC6-1202-D41E39BE74FB}"/>
          </ac:spMkLst>
        </pc:spChg>
        <pc:picChg chg="add del mod">
          <ac:chgData name="FAN Jing" userId="976ba767-88b9-4384-a217-d7709a3144a7" providerId="ADAL" clId="{0214BCD2-D68B-4DCC-93DA-41AF3AD6378B}" dt="2025-04-06T12:05:33.430" v="3496" actId="478"/>
          <ac:picMkLst>
            <pc:docMk/>
            <pc:sldMk cId="3621929407" sldId="300"/>
            <ac:picMk id="4" creationId="{154ACA8C-417F-F4F3-B48A-F508677A963F}"/>
          </ac:picMkLst>
        </pc:picChg>
        <pc:picChg chg="add del mod">
          <ac:chgData name="FAN Jing" userId="976ba767-88b9-4384-a217-d7709a3144a7" providerId="ADAL" clId="{0214BCD2-D68B-4DCC-93DA-41AF3AD6378B}" dt="2025-04-06T12:06:02.582" v="3514" actId="478"/>
          <ac:picMkLst>
            <pc:docMk/>
            <pc:sldMk cId="3621929407" sldId="300"/>
            <ac:picMk id="7" creationId="{C74E9B45-9811-2AC6-022F-E5482710A727}"/>
          </ac:picMkLst>
        </pc:picChg>
        <pc:picChg chg="add del mod">
          <ac:chgData name="FAN Jing" userId="976ba767-88b9-4384-a217-d7709a3144a7" providerId="ADAL" clId="{0214BCD2-D68B-4DCC-93DA-41AF3AD6378B}" dt="2025-04-06T12:16:32.769" v="3863" actId="1076"/>
          <ac:picMkLst>
            <pc:docMk/>
            <pc:sldMk cId="3621929407" sldId="300"/>
            <ac:picMk id="14" creationId="{4B9F8CC4-1C60-7F5D-7051-978AA52832C4}"/>
          </ac:picMkLst>
        </pc:picChg>
        <pc:picChg chg="add mod">
          <ac:chgData name="FAN Jing" userId="976ba767-88b9-4384-a217-d7709a3144a7" providerId="ADAL" clId="{0214BCD2-D68B-4DCC-93DA-41AF3AD6378B}" dt="2025-04-06T12:08:51.064" v="3557" actId="1076"/>
          <ac:picMkLst>
            <pc:docMk/>
            <pc:sldMk cId="3621929407" sldId="300"/>
            <ac:picMk id="16" creationId="{5A9ABBBE-CACE-C8AD-D3A6-95C900F2E965}"/>
          </ac:picMkLst>
        </pc:picChg>
        <pc:picChg chg="add mod">
          <ac:chgData name="FAN Jing" userId="976ba767-88b9-4384-a217-d7709a3144a7" providerId="ADAL" clId="{0214BCD2-D68B-4DCC-93DA-41AF3AD6378B}" dt="2025-04-06T12:06:57.235" v="3521" actId="14100"/>
          <ac:picMkLst>
            <pc:docMk/>
            <pc:sldMk cId="3621929407" sldId="300"/>
            <ac:picMk id="18" creationId="{67505D6D-5205-7286-C826-1A6F85F3D8D4}"/>
          </ac:picMkLst>
        </pc:picChg>
        <pc:picChg chg="add mod">
          <ac:chgData name="FAN Jing" userId="976ba767-88b9-4384-a217-d7709a3144a7" providerId="ADAL" clId="{0214BCD2-D68B-4DCC-93DA-41AF3AD6378B}" dt="2025-04-06T12:16:49.179" v="3865" actId="1076"/>
          <ac:picMkLst>
            <pc:docMk/>
            <pc:sldMk cId="3621929407" sldId="300"/>
            <ac:picMk id="20" creationId="{366FA867-BA63-D2CA-4AF2-D60DFD486075}"/>
          </ac:picMkLst>
        </pc:picChg>
        <pc:picChg chg="add mod">
          <ac:chgData name="FAN Jing" userId="976ba767-88b9-4384-a217-d7709a3144a7" providerId="ADAL" clId="{0214BCD2-D68B-4DCC-93DA-41AF3AD6378B}" dt="2025-04-06T12:16:40.443" v="3864" actId="1076"/>
          <ac:picMkLst>
            <pc:docMk/>
            <pc:sldMk cId="3621929407" sldId="300"/>
            <ac:picMk id="22" creationId="{870CD838-4369-6D05-5CBC-C78014BB3C8D}"/>
          </ac:picMkLst>
        </pc:picChg>
      </pc:sldChg>
      <pc:sldChg chg="addSp modSp new mod">
        <pc:chgData name="FAN Jing" userId="976ba767-88b9-4384-a217-d7709a3144a7" providerId="ADAL" clId="{0214BCD2-D68B-4DCC-93DA-41AF3AD6378B}" dt="2025-04-06T12:34:41.215" v="4578" actId="14100"/>
        <pc:sldMkLst>
          <pc:docMk/>
          <pc:sldMk cId="2832534016" sldId="301"/>
        </pc:sldMkLst>
        <pc:spChg chg="add mod">
          <ac:chgData name="FAN Jing" userId="976ba767-88b9-4384-a217-d7709a3144a7" providerId="ADAL" clId="{0214BCD2-D68B-4DCC-93DA-41AF3AD6378B}" dt="2025-04-06T12:34:34.459" v="4576" actId="1076"/>
          <ac:spMkLst>
            <pc:docMk/>
            <pc:sldMk cId="2832534016" sldId="301"/>
            <ac:spMk id="3" creationId="{228311F5-5F17-C51D-2C2B-16FC2C791254}"/>
          </ac:spMkLst>
        </pc:spChg>
        <pc:spChg chg="add mod">
          <ac:chgData name="FAN Jing" userId="976ba767-88b9-4384-a217-d7709a3144a7" providerId="ADAL" clId="{0214BCD2-D68B-4DCC-93DA-41AF3AD6378B}" dt="2025-04-06T12:34:41.215" v="4578" actId="14100"/>
          <ac:spMkLst>
            <pc:docMk/>
            <pc:sldMk cId="2832534016" sldId="301"/>
            <ac:spMk id="10" creationId="{5794F0F3-83C3-B001-E986-35DBBD2B2206}"/>
          </ac:spMkLst>
        </pc:spChg>
        <pc:spChg chg="add mod">
          <ac:chgData name="FAN Jing" userId="976ba767-88b9-4384-a217-d7709a3144a7" providerId="ADAL" clId="{0214BCD2-D68B-4DCC-93DA-41AF3AD6378B}" dt="2025-04-06T12:24:53.922" v="4131" actId="20577"/>
          <ac:spMkLst>
            <pc:docMk/>
            <pc:sldMk cId="2832534016" sldId="301"/>
            <ac:spMk id="11" creationId="{93AF49BC-4FEF-F253-8935-7A1EA6DEC468}"/>
          </ac:spMkLst>
        </pc:spChg>
        <pc:spChg chg="add mod">
          <ac:chgData name="FAN Jing" userId="976ba767-88b9-4384-a217-d7709a3144a7" providerId="ADAL" clId="{0214BCD2-D68B-4DCC-93DA-41AF3AD6378B}" dt="2025-04-06T12:24:54.968" v="4132" actId="20577"/>
          <ac:spMkLst>
            <pc:docMk/>
            <pc:sldMk cId="2832534016" sldId="301"/>
            <ac:spMk id="12" creationId="{AC18DF77-7348-1515-6717-2A93B6DEB9A2}"/>
          </ac:spMkLst>
        </pc:spChg>
        <pc:spChg chg="add mod">
          <ac:chgData name="FAN Jing" userId="976ba767-88b9-4384-a217-d7709a3144a7" providerId="ADAL" clId="{0214BCD2-D68B-4DCC-93DA-41AF3AD6378B}" dt="2025-04-06T12:24:57.396" v="4135" actId="20577"/>
          <ac:spMkLst>
            <pc:docMk/>
            <pc:sldMk cId="2832534016" sldId="301"/>
            <ac:spMk id="13" creationId="{6C3F9362-CCC9-AAB8-95FE-C911E5CD314C}"/>
          </ac:spMkLst>
        </pc:spChg>
        <pc:spChg chg="add mod">
          <ac:chgData name="FAN Jing" userId="976ba767-88b9-4384-a217-d7709a3144a7" providerId="ADAL" clId="{0214BCD2-D68B-4DCC-93DA-41AF3AD6378B}" dt="2025-04-06T12:24:58.807" v="4136" actId="20577"/>
          <ac:spMkLst>
            <pc:docMk/>
            <pc:sldMk cId="2832534016" sldId="301"/>
            <ac:spMk id="14" creationId="{FEE8CCDE-B7B0-3561-93E3-40255FE712F0}"/>
          </ac:spMkLst>
        </pc:spChg>
        <pc:spChg chg="add mod">
          <ac:chgData name="FAN Jing" userId="976ba767-88b9-4384-a217-d7709a3144a7" providerId="ADAL" clId="{0214BCD2-D68B-4DCC-93DA-41AF3AD6378B}" dt="2025-04-06T12:25:00.022" v="4137" actId="20577"/>
          <ac:spMkLst>
            <pc:docMk/>
            <pc:sldMk cId="2832534016" sldId="301"/>
            <ac:spMk id="15" creationId="{11DC76D3-9AD7-9E0A-874D-2E9E7C69A53D}"/>
          </ac:spMkLst>
        </pc:spChg>
        <pc:spChg chg="add mod">
          <ac:chgData name="FAN Jing" userId="976ba767-88b9-4384-a217-d7709a3144a7" providerId="ADAL" clId="{0214BCD2-D68B-4DCC-93DA-41AF3AD6378B}" dt="2025-04-06T12:25:01.384" v="4138" actId="20577"/>
          <ac:spMkLst>
            <pc:docMk/>
            <pc:sldMk cId="2832534016" sldId="301"/>
            <ac:spMk id="16" creationId="{8057206F-1E60-1A6F-F2B5-6155DC2771B7}"/>
          </ac:spMkLst>
        </pc:spChg>
        <pc:picChg chg="add mod">
          <ac:chgData name="FAN Jing" userId="976ba767-88b9-4384-a217-d7709a3144a7" providerId="ADAL" clId="{0214BCD2-D68B-4DCC-93DA-41AF3AD6378B}" dt="2025-04-06T12:24:09.744" v="4115" actId="1076"/>
          <ac:picMkLst>
            <pc:docMk/>
            <pc:sldMk cId="2832534016" sldId="301"/>
            <ac:picMk id="5" creationId="{922DD78A-51D7-E1D0-C2C7-B1DD959EF66C}"/>
          </ac:picMkLst>
        </pc:picChg>
        <pc:picChg chg="add mod">
          <ac:chgData name="FAN Jing" userId="976ba767-88b9-4384-a217-d7709a3144a7" providerId="ADAL" clId="{0214BCD2-D68B-4DCC-93DA-41AF3AD6378B}" dt="2025-04-06T12:22:55.387" v="4098" actId="1076"/>
          <ac:picMkLst>
            <pc:docMk/>
            <pc:sldMk cId="2832534016" sldId="301"/>
            <ac:picMk id="7" creationId="{B3C02E4F-61F6-A51D-66A1-F35335EFE186}"/>
          </ac:picMkLst>
        </pc:picChg>
        <pc:picChg chg="add mod">
          <ac:chgData name="FAN Jing" userId="976ba767-88b9-4384-a217-d7709a3144a7" providerId="ADAL" clId="{0214BCD2-D68B-4DCC-93DA-41AF3AD6378B}" dt="2025-04-06T12:23:31.599" v="4104" actId="1076"/>
          <ac:picMkLst>
            <pc:docMk/>
            <pc:sldMk cId="2832534016" sldId="301"/>
            <ac:picMk id="9" creationId="{1BB4FADD-E546-01DE-937E-C3A08A320AAE}"/>
          </ac:picMkLst>
        </pc:picChg>
      </pc:sldChg>
    </pc:docChg>
  </pc:docChgLst>
  <pc:docChgLst>
    <pc:chgData name="FAN Jing" userId="S::jing.fan.2024@mitb.smu.edu.sg::976ba767-88b9-4384-a217-d7709a3144a7" providerId="AD" clId="Web-{688EA291-9FB9-ADDF-2F76-E8B9836ED11D}"/>
    <pc:docChg chg="modSld">
      <pc:chgData name="FAN Jing" userId="S::jing.fan.2024@mitb.smu.edu.sg::976ba767-88b9-4384-a217-d7709a3144a7" providerId="AD" clId="Web-{688EA291-9FB9-ADDF-2F76-E8B9836ED11D}" dt="2025-04-06T14:06:16.147" v="1"/>
      <pc:docMkLst>
        <pc:docMk/>
      </pc:docMkLst>
      <pc:sldChg chg="addSp modSp">
        <pc:chgData name="FAN Jing" userId="S::jing.fan.2024@mitb.smu.edu.sg::976ba767-88b9-4384-a217-d7709a3144a7" providerId="AD" clId="Web-{688EA291-9FB9-ADDF-2F76-E8B9836ED11D}" dt="2025-04-06T14:06:16.147" v="1"/>
        <pc:sldMkLst>
          <pc:docMk/>
          <pc:sldMk cId="447988460" sldId="302"/>
        </pc:sldMkLst>
        <pc:spChg chg="add mod">
          <ac:chgData name="FAN Jing" userId="S::jing.fan.2024@mitb.smu.edu.sg::976ba767-88b9-4384-a217-d7709a3144a7" providerId="AD" clId="Web-{688EA291-9FB9-ADDF-2F76-E8B9836ED11D}" dt="2025-04-06T14:06:16.147" v="1"/>
          <ac:spMkLst>
            <pc:docMk/>
            <pc:sldMk cId="447988460" sldId="302"/>
            <ac:spMk id="2" creationId="{05C3DFA3-8301-4CAD-3411-46E6C24398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e958ba9f7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e958ba9f7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08F6A9BE-D0F2-E267-8B61-483DDEBB2857}"/>
            </a:ext>
          </a:extLst>
        </p:cNvPr>
        <p:cNvGrpSpPr/>
        <p:nvPr/>
      </p:nvGrpSpPr>
      <p:grpSpPr>
        <a:xfrm>
          <a:off x="0" y="0"/>
          <a:ext cx="0" cy="0"/>
          <a:chOff x="0" y="0"/>
          <a:chExt cx="0" cy="0"/>
        </a:xfrm>
      </p:grpSpPr>
      <p:sp>
        <p:nvSpPr>
          <p:cNvPr id="274" name="Google Shape;274;g1e958ba9f72_0_47:notes">
            <a:extLst>
              <a:ext uri="{FF2B5EF4-FFF2-40B4-BE49-F238E27FC236}">
                <a16:creationId xmlns:a16="http://schemas.microsoft.com/office/drawing/2014/main" id="{4A9D7E1D-B790-0740-BDA0-48A139B2B3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e958ba9f72_0_47:notes">
            <a:extLst>
              <a:ext uri="{FF2B5EF4-FFF2-40B4-BE49-F238E27FC236}">
                <a16:creationId xmlns:a16="http://schemas.microsoft.com/office/drawing/2014/main" id="{229F092B-7EA5-92A0-11C7-1591D6C1B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686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AA66D042-A11E-9161-2633-BFEA0FA9F156}"/>
            </a:ext>
          </a:extLst>
        </p:cNvPr>
        <p:cNvGrpSpPr/>
        <p:nvPr/>
      </p:nvGrpSpPr>
      <p:grpSpPr>
        <a:xfrm>
          <a:off x="0" y="0"/>
          <a:ext cx="0" cy="0"/>
          <a:chOff x="0" y="0"/>
          <a:chExt cx="0" cy="0"/>
        </a:xfrm>
      </p:grpSpPr>
      <p:sp>
        <p:nvSpPr>
          <p:cNvPr id="274" name="Google Shape;274;g1e958ba9f72_0_47:notes">
            <a:extLst>
              <a:ext uri="{FF2B5EF4-FFF2-40B4-BE49-F238E27FC236}">
                <a16:creationId xmlns:a16="http://schemas.microsoft.com/office/drawing/2014/main" id="{AC9D47C8-3EBF-0B24-C207-9B0E5038E1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e958ba9f72_0_47:notes">
            <a:extLst>
              <a:ext uri="{FF2B5EF4-FFF2-40B4-BE49-F238E27FC236}">
                <a16:creationId xmlns:a16="http://schemas.microsoft.com/office/drawing/2014/main" id="{BE83BA63-CB04-137B-1200-CCA6EF2F9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1955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5EE7FD62-DE23-937B-AE9C-091AC1BE7B15}"/>
            </a:ext>
          </a:extLst>
        </p:cNvPr>
        <p:cNvGrpSpPr/>
        <p:nvPr/>
      </p:nvGrpSpPr>
      <p:grpSpPr>
        <a:xfrm>
          <a:off x="0" y="0"/>
          <a:ext cx="0" cy="0"/>
          <a:chOff x="0" y="0"/>
          <a:chExt cx="0" cy="0"/>
        </a:xfrm>
      </p:grpSpPr>
      <p:sp>
        <p:nvSpPr>
          <p:cNvPr id="274" name="Google Shape;274;g1e958ba9f72_0_47:notes">
            <a:extLst>
              <a:ext uri="{FF2B5EF4-FFF2-40B4-BE49-F238E27FC236}">
                <a16:creationId xmlns:a16="http://schemas.microsoft.com/office/drawing/2014/main" id="{AC889B05-B492-99E1-35FF-54D757905C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e958ba9f72_0_47:notes">
            <a:extLst>
              <a:ext uri="{FF2B5EF4-FFF2-40B4-BE49-F238E27FC236}">
                <a16:creationId xmlns:a16="http://schemas.microsoft.com/office/drawing/2014/main" id="{CD672637-320B-8361-0EF0-57E1D744F4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68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761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24152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r="497"/>
          <a:stretch/>
        </p:blipFill>
        <p:spPr>
          <a:xfrm>
            <a:off x="-19388" y="0"/>
            <a:ext cx="9182776" cy="5143500"/>
          </a:xfrm>
          <a:prstGeom prst="rect">
            <a:avLst/>
          </a:prstGeom>
          <a:noFill/>
          <a:ln>
            <a:noFill/>
          </a:ln>
        </p:spPr>
      </p:pic>
      <p:grpSp>
        <p:nvGrpSpPr>
          <p:cNvPr id="10" name="Google Shape;10;p2"/>
          <p:cNvGrpSpPr/>
          <p:nvPr/>
        </p:nvGrpSpPr>
        <p:grpSpPr>
          <a:xfrm>
            <a:off x="-247650" y="-264350"/>
            <a:ext cx="9429574" cy="5435275"/>
            <a:chOff x="-247650" y="-264350"/>
            <a:chExt cx="9429574" cy="5435275"/>
          </a:xfrm>
        </p:grpSpPr>
        <p:pic>
          <p:nvPicPr>
            <p:cNvPr id="11" name="Google Shape;11;p2"/>
            <p:cNvPicPr preferRelativeResize="0"/>
            <p:nvPr/>
          </p:nvPicPr>
          <p:blipFill rotWithShape="1">
            <a:blip r:embed="rId3">
              <a:alphaModFix/>
            </a:blip>
            <a:srcRect l="3174" t="51290" r="23672"/>
            <a:stretch/>
          </p:blipFill>
          <p:spPr>
            <a:xfrm rot="10800000" flipH="1">
              <a:off x="-32750" y="4050175"/>
              <a:ext cx="9214674" cy="1120750"/>
            </a:xfrm>
            <a:prstGeom prst="rect">
              <a:avLst/>
            </a:prstGeom>
            <a:noFill/>
            <a:ln>
              <a:noFill/>
            </a:ln>
          </p:spPr>
        </p:pic>
        <p:pic>
          <p:nvPicPr>
            <p:cNvPr id="12" name="Google Shape;12;p2"/>
            <p:cNvPicPr preferRelativeResize="0"/>
            <p:nvPr/>
          </p:nvPicPr>
          <p:blipFill rotWithShape="1">
            <a:blip r:embed="rId3">
              <a:alphaModFix/>
            </a:blip>
            <a:srcRect l="53834" t="17226" b="-8"/>
            <a:stretch/>
          </p:blipFill>
          <p:spPr>
            <a:xfrm rot="5400000">
              <a:off x="-1493912" y="1210912"/>
              <a:ext cx="3706599" cy="1214075"/>
            </a:xfrm>
            <a:prstGeom prst="rect">
              <a:avLst/>
            </a:prstGeom>
            <a:noFill/>
            <a:ln>
              <a:noFill/>
            </a:ln>
          </p:spPr>
        </p:pic>
        <p:pic>
          <p:nvPicPr>
            <p:cNvPr id="13" name="Google Shape;13;p2"/>
            <p:cNvPicPr preferRelativeResize="0"/>
            <p:nvPr/>
          </p:nvPicPr>
          <p:blipFill rotWithShape="1">
            <a:blip r:embed="rId3">
              <a:alphaModFix/>
            </a:blip>
            <a:srcRect l="25456" t="12235" b="-8"/>
            <a:stretch/>
          </p:blipFill>
          <p:spPr>
            <a:xfrm rot="10800000" flipH="1">
              <a:off x="-39800" y="-264350"/>
              <a:ext cx="5985002" cy="1287325"/>
            </a:xfrm>
            <a:prstGeom prst="rect">
              <a:avLst/>
            </a:prstGeom>
            <a:noFill/>
            <a:ln>
              <a:noFill/>
            </a:ln>
          </p:spPr>
        </p:pic>
        <p:pic>
          <p:nvPicPr>
            <p:cNvPr id="14" name="Google Shape;14;p2"/>
            <p:cNvPicPr preferRelativeResize="0"/>
            <p:nvPr/>
          </p:nvPicPr>
          <p:blipFill rotWithShape="1">
            <a:blip r:embed="rId3">
              <a:alphaModFix/>
            </a:blip>
            <a:srcRect l="82884" t="36055" b="-6"/>
            <a:stretch/>
          </p:blipFill>
          <p:spPr>
            <a:xfrm rot="5400000">
              <a:off x="7036112" y="218784"/>
              <a:ext cx="1374201" cy="937925"/>
            </a:xfrm>
            <a:prstGeom prst="rect">
              <a:avLst/>
            </a:prstGeom>
            <a:noFill/>
            <a:ln>
              <a:noFill/>
            </a:ln>
          </p:spPr>
        </p:pic>
      </p:grpSp>
      <p:sp>
        <p:nvSpPr>
          <p:cNvPr id="15" name="Google Shape;15;p2"/>
          <p:cNvSpPr txBox="1">
            <a:spLocks noGrp="1"/>
          </p:cNvSpPr>
          <p:nvPr>
            <p:ph type="ctrTitle"/>
          </p:nvPr>
        </p:nvSpPr>
        <p:spPr>
          <a:xfrm>
            <a:off x="1076250" y="1724817"/>
            <a:ext cx="6991500" cy="1287300"/>
          </a:xfrm>
          <a:prstGeom prst="rect">
            <a:avLst/>
          </a:prstGeom>
        </p:spPr>
        <p:txBody>
          <a:bodyPr spcFirstLastPara="1" wrap="square" lIns="91425" tIns="0" rIns="91425" bIns="91425" anchor="t" anchorCtr="0">
            <a:noAutofit/>
          </a:bodyPr>
          <a:lstStyle>
            <a:lvl1pPr lvl="0" algn="ctr">
              <a:spcBef>
                <a:spcPts val="0"/>
              </a:spcBef>
              <a:spcAft>
                <a:spcPts val="0"/>
              </a:spcAft>
              <a:buSzPts val="5200"/>
              <a:buNone/>
              <a:defRPr sz="4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 name="Google Shape;16;p2"/>
          <p:cNvSpPr txBox="1">
            <a:spLocks noGrp="1"/>
          </p:cNvSpPr>
          <p:nvPr>
            <p:ph type="subTitle" idx="1"/>
          </p:nvPr>
        </p:nvSpPr>
        <p:spPr>
          <a:xfrm>
            <a:off x="1076400" y="3213117"/>
            <a:ext cx="69915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437" b="1427"/>
          <a:stretch/>
        </p:blipFill>
        <p:spPr>
          <a:xfrm rot="10800000">
            <a:off x="-19388" y="0"/>
            <a:ext cx="9182776" cy="5143500"/>
          </a:xfrm>
          <a:prstGeom prst="rect">
            <a:avLst/>
          </a:prstGeom>
          <a:noFill/>
          <a:ln>
            <a:noFill/>
          </a:ln>
        </p:spPr>
      </p:pic>
      <p:grpSp>
        <p:nvGrpSpPr>
          <p:cNvPr id="19" name="Google Shape;19;p3"/>
          <p:cNvGrpSpPr/>
          <p:nvPr/>
        </p:nvGrpSpPr>
        <p:grpSpPr>
          <a:xfrm>
            <a:off x="893800" y="-63050"/>
            <a:ext cx="8250201" cy="5254996"/>
            <a:chOff x="893800" y="-63050"/>
            <a:chExt cx="8250201" cy="5254996"/>
          </a:xfrm>
        </p:grpSpPr>
        <p:pic>
          <p:nvPicPr>
            <p:cNvPr id="20" name="Google Shape;20;p3"/>
            <p:cNvPicPr preferRelativeResize="0"/>
            <p:nvPr/>
          </p:nvPicPr>
          <p:blipFill rotWithShape="1">
            <a:blip r:embed="rId3">
              <a:alphaModFix/>
            </a:blip>
            <a:srcRect t="36768"/>
            <a:stretch/>
          </p:blipFill>
          <p:spPr>
            <a:xfrm flipH="1">
              <a:off x="893800" y="-63050"/>
              <a:ext cx="8028950" cy="927400"/>
            </a:xfrm>
            <a:prstGeom prst="rect">
              <a:avLst/>
            </a:prstGeom>
            <a:noFill/>
            <a:ln>
              <a:noFill/>
            </a:ln>
          </p:spPr>
        </p:pic>
        <p:pic>
          <p:nvPicPr>
            <p:cNvPr id="21" name="Google Shape;21;p3"/>
            <p:cNvPicPr preferRelativeResize="0"/>
            <p:nvPr/>
          </p:nvPicPr>
          <p:blipFill rotWithShape="1">
            <a:blip r:embed="rId3">
              <a:alphaModFix/>
            </a:blip>
            <a:srcRect l="23342" t="12235" b="-8"/>
            <a:stretch/>
          </p:blipFill>
          <p:spPr>
            <a:xfrm rot="10800000">
              <a:off x="2989425" y="3904622"/>
              <a:ext cx="6154576" cy="1287325"/>
            </a:xfrm>
            <a:prstGeom prst="rect">
              <a:avLst/>
            </a:prstGeom>
            <a:noFill/>
            <a:ln>
              <a:noFill/>
            </a:ln>
          </p:spPr>
        </p:pic>
      </p:grpSp>
      <p:sp>
        <p:nvSpPr>
          <p:cNvPr id="22" name="Google Shape;22;p3"/>
          <p:cNvSpPr txBox="1">
            <a:spLocks noGrp="1"/>
          </p:cNvSpPr>
          <p:nvPr>
            <p:ph type="title"/>
          </p:nvPr>
        </p:nvSpPr>
        <p:spPr>
          <a:xfrm>
            <a:off x="4469425" y="2799700"/>
            <a:ext cx="3299400" cy="792900"/>
          </a:xfrm>
          <a:prstGeom prst="rect">
            <a:avLst/>
          </a:prstGeom>
        </p:spPr>
        <p:txBody>
          <a:bodyPr spcFirstLastPara="1" wrap="square" lIns="91425" tIns="0" rIns="91425" bIns="91425" anchor="t" anchorCtr="0">
            <a:noAutofit/>
          </a:bodyPr>
          <a:lstStyle>
            <a:lvl1pPr lvl="0" algn="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6528875" y="1552511"/>
            <a:ext cx="1106100" cy="1080000"/>
          </a:xfrm>
          <a:prstGeom prst="rect">
            <a:avLst/>
          </a:prstGeom>
          <a:solidFill>
            <a:schemeClr val="dk2"/>
          </a:solidFill>
        </p:spPr>
        <p:txBody>
          <a:bodyPr spcFirstLastPara="1" wrap="square" lIns="91425" tIns="0" rIns="91425" bIns="91425" anchor="b" anchorCtr="0">
            <a:noAutofit/>
          </a:bodyPr>
          <a:lstStyle>
            <a:lvl1pPr lvl="0" algn="ctr" rtl="0">
              <a:spcBef>
                <a:spcPts val="0"/>
              </a:spcBef>
              <a:spcAft>
                <a:spcPts val="0"/>
              </a:spcAft>
              <a:buSzPts val="12000"/>
              <a:buNone/>
              <a:defRPr sz="48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8"/>
        <p:cNvGrpSpPr/>
        <p:nvPr/>
      </p:nvGrpSpPr>
      <p:grpSpPr>
        <a:xfrm>
          <a:off x="0" y="0"/>
          <a:ext cx="0" cy="0"/>
          <a:chOff x="0" y="0"/>
          <a:chExt cx="0" cy="0"/>
        </a:xfrm>
      </p:grpSpPr>
      <p:pic>
        <p:nvPicPr>
          <p:cNvPr id="59" name="Google Shape;59;p8"/>
          <p:cNvPicPr preferRelativeResize="0"/>
          <p:nvPr/>
        </p:nvPicPr>
        <p:blipFill rotWithShape="1">
          <a:blip r:embed="rId2">
            <a:alphaModFix/>
          </a:blip>
          <a:srcRect t="1437" b="1427"/>
          <a:stretch/>
        </p:blipFill>
        <p:spPr>
          <a:xfrm>
            <a:off x="-19388" y="0"/>
            <a:ext cx="9182776" cy="5143500"/>
          </a:xfrm>
          <a:prstGeom prst="rect">
            <a:avLst/>
          </a:prstGeom>
          <a:noFill/>
          <a:ln>
            <a:noFill/>
          </a:ln>
        </p:spPr>
      </p:pic>
      <p:grpSp>
        <p:nvGrpSpPr>
          <p:cNvPr id="60" name="Google Shape;60;p8"/>
          <p:cNvGrpSpPr/>
          <p:nvPr/>
        </p:nvGrpSpPr>
        <p:grpSpPr>
          <a:xfrm>
            <a:off x="-6475" y="-43700"/>
            <a:ext cx="9199425" cy="5223399"/>
            <a:chOff x="-6475" y="-43700"/>
            <a:chExt cx="9199425" cy="5223399"/>
          </a:xfrm>
        </p:grpSpPr>
        <p:pic>
          <p:nvPicPr>
            <p:cNvPr id="61" name="Google Shape;61;p8"/>
            <p:cNvPicPr preferRelativeResize="0"/>
            <p:nvPr/>
          </p:nvPicPr>
          <p:blipFill rotWithShape="1">
            <a:blip r:embed="rId3">
              <a:alphaModFix/>
            </a:blip>
            <a:srcRect l="68089" t="34578" b="12895"/>
            <a:stretch/>
          </p:blipFill>
          <p:spPr>
            <a:xfrm rot="10800000">
              <a:off x="5173776" y="3971149"/>
              <a:ext cx="4019174" cy="1208550"/>
            </a:xfrm>
            <a:prstGeom prst="rect">
              <a:avLst/>
            </a:prstGeom>
            <a:noFill/>
            <a:ln>
              <a:noFill/>
            </a:ln>
          </p:spPr>
        </p:pic>
        <p:pic>
          <p:nvPicPr>
            <p:cNvPr id="62" name="Google Shape;62;p8"/>
            <p:cNvPicPr preferRelativeResize="0"/>
            <p:nvPr/>
          </p:nvPicPr>
          <p:blipFill rotWithShape="1">
            <a:blip r:embed="rId3">
              <a:alphaModFix/>
            </a:blip>
            <a:srcRect l="26459" t="12235" r="8735" b="52503"/>
            <a:stretch/>
          </p:blipFill>
          <p:spPr>
            <a:xfrm rot="5400000">
              <a:off x="-2349349" y="2299175"/>
              <a:ext cx="5202899" cy="517150"/>
            </a:xfrm>
            <a:prstGeom prst="rect">
              <a:avLst/>
            </a:prstGeom>
            <a:noFill/>
            <a:ln>
              <a:noFill/>
            </a:ln>
          </p:spPr>
        </p:pic>
        <p:pic>
          <p:nvPicPr>
            <p:cNvPr id="63" name="Google Shape;63;p8"/>
            <p:cNvPicPr preferRelativeResize="0"/>
            <p:nvPr/>
          </p:nvPicPr>
          <p:blipFill rotWithShape="1">
            <a:blip r:embed="rId3">
              <a:alphaModFix/>
            </a:blip>
            <a:srcRect l="82884" t="9869" b="22393"/>
            <a:stretch/>
          </p:blipFill>
          <p:spPr>
            <a:xfrm rot="5400000">
              <a:off x="7976208" y="180133"/>
              <a:ext cx="1374201" cy="993450"/>
            </a:xfrm>
            <a:prstGeom prst="rect">
              <a:avLst/>
            </a:prstGeom>
            <a:noFill/>
            <a:ln>
              <a:noFill/>
            </a:ln>
          </p:spPr>
        </p:pic>
      </p:grpSp>
      <p:sp>
        <p:nvSpPr>
          <p:cNvPr id="64" name="Google Shape;64;p8"/>
          <p:cNvSpPr txBox="1">
            <a:spLocks noGrp="1"/>
          </p:cNvSpPr>
          <p:nvPr>
            <p:ph type="title"/>
          </p:nvPr>
        </p:nvSpPr>
        <p:spPr>
          <a:xfrm>
            <a:off x="1388100" y="450150"/>
            <a:ext cx="6367800" cy="4090800"/>
          </a:xfrm>
          <a:prstGeom prst="rect">
            <a:avLst/>
          </a:prstGeom>
        </p:spPr>
        <p:txBody>
          <a:bodyPr spcFirstLastPara="1" wrap="square" lIns="91425" tIns="0"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5"/>
        <p:cNvGrpSpPr/>
        <p:nvPr/>
      </p:nvGrpSpPr>
      <p:grpSpPr>
        <a:xfrm>
          <a:off x="0" y="0"/>
          <a:ext cx="0" cy="0"/>
          <a:chOff x="0" y="0"/>
          <a:chExt cx="0" cy="0"/>
        </a:xfrm>
      </p:grpSpPr>
      <p:pic>
        <p:nvPicPr>
          <p:cNvPr id="66" name="Google Shape;66;p9"/>
          <p:cNvPicPr preferRelativeResize="0"/>
          <p:nvPr/>
        </p:nvPicPr>
        <p:blipFill rotWithShape="1">
          <a:blip r:embed="rId2">
            <a:alphaModFix/>
          </a:blip>
          <a:srcRect r="497"/>
          <a:stretch/>
        </p:blipFill>
        <p:spPr>
          <a:xfrm>
            <a:off x="-19388" y="0"/>
            <a:ext cx="9182776" cy="5143500"/>
          </a:xfrm>
          <a:prstGeom prst="rect">
            <a:avLst/>
          </a:prstGeom>
          <a:noFill/>
          <a:ln>
            <a:noFill/>
          </a:ln>
        </p:spPr>
      </p:pic>
      <p:sp>
        <p:nvSpPr>
          <p:cNvPr id="67" name="Google Shape;67;p9"/>
          <p:cNvSpPr txBox="1">
            <a:spLocks noGrp="1"/>
          </p:cNvSpPr>
          <p:nvPr>
            <p:ph type="title"/>
          </p:nvPr>
        </p:nvSpPr>
        <p:spPr>
          <a:xfrm>
            <a:off x="2549400" y="1233175"/>
            <a:ext cx="4045200" cy="1482300"/>
          </a:xfrm>
          <a:prstGeom prst="rect">
            <a:avLst/>
          </a:prstGeom>
        </p:spPr>
        <p:txBody>
          <a:bodyPr spcFirstLastPara="1" wrap="square" lIns="91425" tIns="0"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8" name="Google Shape;68;p9"/>
          <p:cNvSpPr txBox="1">
            <a:spLocks noGrp="1"/>
          </p:cNvSpPr>
          <p:nvPr>
            <p:ph type="subTitle" idx="1"/>
          </p:nvPr>
        </p:nvSpPr>
        <p:spPr>
          <a:xfrm>
            <a:off x="25494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69" name="Google Shape;69;p9"/>
          <p:cNvGrpSpPr/>
          <p:nvPr/>
        </p:nvGrpSpPr>
        <p:grpSpPr>
          <a:xfrm>
            <a:off x="-3" y="-6425"/>
            <a:ext cx="9485003" cy="6030775"/>
            <a:chOff x="-3" y="-6425"/>
            <a:chExt cx="9485003" cy="6030775"/>
          </a:xfrm>
        </p:grpSpPr>
        <p:pic>
          <p:nvPicPr>
            <p:cNvPr id="70" name="Google Shape;70;p9"/>
            <p:cNvPicPr preferRelativeResize="0"/>
            <p:nvPr/>
          </p:nvPicPr>
          <p:blipFill rotWithShape="1">
            <a:blip r:embed="rId3">
              <a:alphaModFix/>
            </a:blip>
            <a:srcRect t="60631" r="31342" b="-7"/>
            <a:stretch/>
          </p:blipFill>
          <p:spPr>
            <a:xfrm flipH="1">
              <a:off x="-3" y="-6425"/>
              <a:ext cx="5512328" cy="577500"/>
            </a:xfrm>
            <a:prstGeom prst="rect">
              <a:avLst/>
            </a:prstGeom>
            <a:noFill/>
            <a:ln>
              <a:noFill/>
            </a:ln>
          </p:spPr>
        </p:pic>
        <p:pic>
          <p:nvPicPr>
            <p:cNvPr id="71" name="Google Shape;71;p9"/>
            <p:cNvPicPr preferRelativeResize="0"/>
            <p:nvPr/>
          </p:nvPicPr>
          <p:blipFill rotWithShape="1">
            <a:blip r:embed="rId3">
              <a:alphaModFix/>
            </a:blip>
            <a:srcRect l="85077" t="13211" r="41" b="1333"/>
            <a:stretch/>
          </p:blipFill>
          <p:spPr>
            <a:xfrm rot="10800000" flipH="1">
              <a:off x="0" y="3890075"/>
              <a:ext cx="1194774" cy="1253425"/>
            </a:xfrm>
            <a:prstGeom prst="rect">
              <a:avLst/>
            </a:prstGeom>
            <a:noFill/>
            <a:ln>
              <a:noFill/>
            </a:ln>
          </p:spPr>
        </p:pic>
        <p:pic>
          <p:nvPicPr>
            <p:cNvPr id="72" name="Google Shape;72;p9"/>
            <p:cNvPicPr preferRelativeResize="0"/>
            <p:nvPr/>
          </p:nvPicPr>
          <p:blipFill rotWithShape="1">
            <a:blip r:embed="rId3">
              <a:alphaModFix/>
            </a:blip>
            <a:srcRect l="23342" t="5424" b="6802"/>
            <a:stretch/>
          </p:blipFill>
          <p:spPr>
            <a:xfrm rot="-5400000">
              <a:off x="6647251" y="3186601"/>
              <a:ext cx="4693723" cy="981775"/>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3"/>
        <p:cNvGrpSpPr/>
        <p:nvPr/>
      </p:nvGrpSpPr>
      <p:grpSpPr>
        <a:xfrm>
          <a:off x="0" y="0"/>
          <a:ext cx="0" cy="0"/>
          <a:chOff x="0" y="0"/>
          <a:chExt cx="0" cy="0"/>
        </a:xfrm>
      </p:grpSpPr>
      <p:sp>
        <p:nvSpPr>
          <p:cNvPr id="74" name="Google Shape;74;p10"/>
          <p:cNvSpPr>
            <a:spLocks noGrp="1"/>
          </p:cNvSpPr>
          <p:nvPr>
            <p:ph type="pic" idx="2"/>
          </p:nvPr>
        </p:nvSpPr>
        <p:spPr>
          <a:xfrm>
            <a:off x="-26125" y="-58150"/>
            <a:ext cx="9170100" cy="5251500"/>
          </a:xfrm>
          <a:prstGeom prst="rect">
            <a:avLst/>
          </a:prstGeom>
          <a:noFill/>
          <a:ln>
            <a:noFill/>
          </a:ln>
        </p:spPr>
      </p:sp>
      <p:sp>
        <p:nvSpPr>
          <p:cNvPr id="75" name="Google Shape;75;p10"/>
          <p:cNvSpPr txBox="1">
            <a:spLocks noGrp="1"/>
          </p:cNvSpPr>
          <p:nvPr>
            <p:ph type="title"/>
          </p:nvPr>
        </p:nvSpPr>
        <p:spPr>
          <a:xfrm>
            <a:off x="713225" y="445025"/>
            <a:ext cx="7717500" cy="5775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223"/>
        <p:cNvGrpSpPr/>
        <p:nvPr/>
      </p:nvGrpSpPr>
      <p:grpSpPr>
        <a:xfrm>
          <a:off x="0" y="0"/>
          <a:ext cx="0" cy="0"/>
          <a:chOff x="0" y="0"/>
          <a:chExt cx="0" cy="0"/>
        </a:xfrm>
      </p:grpSpPr>
      <p:pic>
        <p:nvPicPr>
          <p:cNvPr id="224" name="Google Shape;224;p25"/>
          <p:cNvPicPr preferRelativeResize="0"/>
          <p:nvPr/>
        </p:nvPicPr>
        <p:blipFill rotWithShape="1">
          <a:blip r:embed="rId2">
            <a:alphaModFix/>
          </a:blip>
          <a:srcRect t="1437" b="1427"/>
          <a:stretch/>
        </p:blipFill>
        <p:spPr>
          <a:xfrm>
            <a:off x="-19388" y="0"/>
            <a:ext cx="9182776" cy="5143500"/>
          </a:xfrm>
          <a:prstGeom prst="rect">
            <a:avLst/>
          </a:prstGeom>
          <a:noFill/>
          <a:ln>
            <a:noFill/>
          </a:ln>
        </p:spPr>
      </p:pic>
      <p:grpSp>
        <p:nvGrpSpPr>
          <p:cNvPr id="225" name="Google Shape;225;p25"/>
          <p:cNvGrpSpPr/>
          <p:nvPr/>
        </p:nvGrpSpPr>
        <p:grpSpPr>
          <a:xfrm>
            <a:off x="-36450" y="0"/>
            <a:ext cx="9180450" cy="5170925"/>
            <a:chOff x="-36450" y="0"/>
            <a:chExt cx="9180450" cy="5170925"/>
          </a:xfrm>
        </p:grpSpPr>
        <p:pic>
          <p:nvPicPr>
            <p:cNvPr id="226" name="Google Shape;226;p25"/>
            <p:cNvPicPr preferRelativeResize="0"/>
            <p:nvPr/>
          </p:nvPicPr>
          <p:blipFill rotWithShape="1">
            <a:blip r:embed="rId3">
              <a:alphaModFix/>
            </a:blip>
            <a:srcRect l="17857" t="49878" b="10792"/>
            <a:stretch/>
          </p:blipFill>
          <p:spPr>
            <a:xfrm rot="10800000" flipH="1">
              <a:off x="-36450" y="4594075"/>
              <a:ext cx="6595149" cy="576850"/>
            </a:xfrm>
            <a:prstGeom prst="rect">
              <a:avLst/>
            </a:prstGeom>
            <a:noFill/>
            <a:ln>
              <a:noFill/>
            </a:ln>
          </p:spPr>
        </p:pic>
        <p:pic>
          <p:nvPicPr>
            <p:cNvPr id="227" name="Google Shape;227;p25"/>
            <p:cNvPicPr preferRelativeResize="0"/>
            <p:nvPr/>
          </p:nvPicPr>
          <p:blipFill rotWithShape="1">
            <a:blip r:embed="rId3">
              <a:alphaModFix/>
            </a:blip>
            <a:srcRect l="58364" t="36055" b="-6"/>
            <a:stretch/>
          </p:blipFill>
          <p:spPr>
            <a:xfrm rot="5400000">
              <a:off x="7003601" y="1202474"/>
              <a:ext cx="3342873" cy="937925"/>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228"/>
        <p:cNvGrpSpPr/>
        <p:nvPr/>
      </p:nvGrpSpPr>
      <p:grpSpPr>
        <a:xfrm>
          <a:off x="0" y="0"/>
          <a:ext cx="0" cy="0"/>
          <a:chOff x="0" y="0"/>
          <a:chExt cx="0" cy="0"/>
        </a:xfrm>
      </p:grpSpPr>
      <p:pic>
        <p:nvPicPr>
          <p:cNvPr id="229" name="Google Shape;229;p26"/>
          <p:cNvPicPr preferRelativeResize="0"/>
          <p:nvPr/>
        </p:nvPicPr>
        <p:blipFill rotWithShape="1">
          <a:blip r:embed="rId2">
            <a:alphaModFix/>
          </a:blip>
          <a:srcRect r="497"/>
          <a:stretch/>
        </p:blipFill>
        <p:spPr>
          <a:xfrm rot="10800000">
            <a:off x="-19388" y="0"/>
            <a:ext cx="9182776" cy="5143500"/>
          </a:xfrm>
          <a:prstGeom prst="rect">
            <a:avLst/>
          </a:prstGeom>
          <a:noFill/>
          <a:ln>
            <a:noFill/>
          </a:ln>
        </p:spPr>
      </p:pic>
      <p:grpSp>
        <p:nvGrpSpPr>
          <p:cNvPr id="230" name="Google Shape;230;p26"/>
          <p:cNvGrpSpPr/>
          <p:nvPr/>
        </p:nvGrpSpPr>
        <p:grpSpPr>
          <a:xfrm>
            <a:off x="-3" y="-6425"/>
            <a:ext cx="9485003" cy="6030775"/>
            <a:chOff x="-3" y="-6425"/>
            <a:chExt cx="9485003" cy="6030775"/>
          </a:xfrm>
        </p:grpSpPr>
        <p:pic>
          <p:nvPicPr>
            <p:cNvPr id="231" name="Google Shape;231;p26"/>
            <p:cNvPicPr preferRelativeResize="0"/>
            <p:nvPr/>
          </p:nvPicPr>
          <p:blipFill rotWithShape="1">
            <a:blip r:embed="rId3">
              <a:alphaModFix/>
            </a:blip>
            <a:srcRect t="60631" r="31342" b="-7"/>
            <a:stretch/>
          </p:blipFill>
          <p:spPr>
            <a:xfrm flipH="1">
              <a:off x="-3" y="-6425"/>
              <a:ext cx="5512328" cy="577500"/>
            </a:xfrm>
            <a:prstGeom prst="rect">
              <a:avLst/>
            </a:prstGeom>
            <a:noFill/>
            <a:ln>
              <a:noFill/>
            </a:ln>
          </p:spPr>
        </p:pic>
        <p:pic>
          <p:nvPicPr>
            <p:cNvPr id="232" name="Google Shape;232;p26"/>
            <p:cNvPicPr preferRelativeResize="0"/>
            <p:nvPr/>
          </p:nvPicPr>
          <p:blipFill rotWithShape="1">
            <a:blip r:embed="rId3">
              <a:alphaModFix/>
            </a:blip>
            <a:srcRect l="85077" t="13211" r="41" b="1333"/>
            <a:stretch/>
          </p:blipFill>
          <p:spPr>
            <a:xfrm rot="10800000" flipH="1">
              <a:off x="0" y="3890075"/>
              <a:ext cx="1194774" cy="1253425"/>
            </a:xfrm>
            <a:prstGeom prst="rect">
              <a:avLst/>
            </a:prstGeom>
            <a:noFill/>
            <a:ln>
              <a:noFill/>
            </a:ln>
          </p:spPr>
        </p:pic>
        <p:pic>
          <p:nvPicPr>
            <p:cNvPr id="233" name="Google Shape;233;p26"/>
            <p:cNvPicPr preferRelativeResize="0"/>
            <p:nvPr/>
          </p:nvPicPr>
          <p:blipFill rotWithShape="1">
            <a:blip r:embed="rId3">
              <a:alphaModFix/>
            </a:blip>
            <a:srcRect l="23342" t="5424" b="6802"/>
            <a:stretch/>
          </p:blipFill>
          <p:spPr>
            <a:xfrm rot="-5400000">
              <a:off x="6647251" y="3186601"/>
              <a:ext cx="4693723" cy="981775"/>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7500"/>
          </a:xfrm>
          <a:prstGeom prst="rect">
            <a:avLst/>
          </a:prstGeom>
          <a:noFill/>
          <a:ln>
            <a:noFill/>
          </a:ln>
        </p:spPr>
        <p:txBody>
          <a:bodyPr spcFirstLastPara="1" wrap="square" lIns="91425" tIns="0" rIns="91425" bIns="91425" anchor="t" anchorCtr="0">
            <a:noAutofit/>
          </a:bodyPr>
          <a:lstStyle>
            <a:lvl1pPr lvl="0">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1pPr>
            <a:lvl2pPr lvl="1">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2pPr>
            <a:lvl3pPr lvl="2">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3pPr>
            <a:lvl4pPr lvl="3">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4pPr>
            <a:lvl5pPr lvl="4">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5pPr>
            <a:lvl6pPr lvl="5">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6pPr>
            <a:lvl7pPr lvl="6">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7pPr>
            <a:lvl8pPr lvl="7">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8pPr>
            <a:lvl9pPr lvl="8">
              <a:spcBef>
                <a:spcPts val="0"/>
              </a:spcBef>
              <a:spcAft>
                <a:spcPts val="0"/>
              </a:spcAft>
              <a:buClr>
                <a:schemeClr val="dk1"/>
              </a:buClr>
              <a:buSzPts val="3500"/>
              <a:buFont typeface="Figtree"/>
              <a:buNone/>
              <a:defRPr sz="3500" b="1">
                <a:solidFill>
                  <a:schemeClr val="dk1"/>
                </a:solidFill>
                <a:latin typeface="Figtree"/>
                <a:ea typeface="Figtree"/>
                <a:cs typeface="Figtree"/>
                <a:sym typeface="Figtree"/>
              </a:defRPr>
            </a:lvl9pPr>
          </a:lstStyle>
          <a:p>
            <a:endParaRPr/>
          </a:p>
        </p:txBody>
      </p:sp>
      <p:sp>
        <p:nvSpPr>
          <p:cNvPr id="7" name="Google Shape;7;p1"/>
          <p:cNvSpPr txBox="1">
            <a:spLocks noGrp="1"/>
          </p:cNvSpPr>
          <p:nvPr>
            <p:ph type="body" idx="1"/>
          </p:nvPr>
        </p:nvSpPr>
        <p:spPr>
          <a:xfrm>
            <a:off x="713225" y="1158501"/>
            <a:ext cx="7717500" cy="34455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6" r:id="rId5"/>
    <p:sldLayoutId id="2147483658" r:id="rId6"/>
    <p:sldLayoutId id="2147483671" r:id="rId7"/>
    <p:sldLayoutId id="214748367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7.svg"/><Relationship Id="rId4" Type="http://schemas.openxmlformats.org/officeDocument/2006/relationships/image" Target="../media/image16.sv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0"/>
          <p:cNvSpPr txBox="1">
            <a:spLocks noGrp="1"/>
          </p:cNvSpPr>
          <p:nvPr>
            <p:ph type="ctrTitle"/>
          </p:nvPr>
        </p:nvSpPr>
        <p:spPr>
          <a:xfrm>
            <a:off x="1076250" y="1724817"/>
            <a:ext cx="6991500" cy="12873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a:t>Blue Pulse– User Guide</a:t>
            </a:r>
            <a:br>
              <a:rPr lang="en"/>
            </a:br>
            <a:endParaRPr>
              <a:latin typeface="Sora"/>
              <a:ea typeface="Sora"/>
              <a:cs typeface="Sora"/>
              <a:sym typeface="Sora"/>
            </a:endParaRPr>
          </a:p>
        </p:txBody>
      </p:sp>
      <p:pic>
        <p:nvPicPr>
          <p:cNvPr id="246" name="Google Shape;246;p30"/>
          <p:cNvPicPr preferRelativeResize="0"/>
          <p:nvPr/>
        </p:nvPicPr>
        <p:blipFill rotWithShape="1">
          <a:blip r:embed="rId3">
            <a:alphaModFix/>
          </a:blip>
          <a:srcRect l="71934"/>
          <a:stretch/>
        </p:blipFill>
        <p:spPr>
          <a:xfrm flipH="1">
            <a:off x="6218709" y="2637200"/>
            <a:ext cx="2961376" cy="1927550"/>
          </a:xfrm>
          <a:prstGeom prst="rect">
            <a:avLst/>
          </a:prstGeom>
          <a:noFill/>
          <a:ln>
            <a:noFill/>
          </a:ln>
        </p:spPr>
      </p:pic>
      <p:sp>
        <p:nvSpPr>
          <p:cNvPr id="2" name="Subtitle 2">
            <a:extLst>
              <a:ext uri="{FF2B5EF4-FFF2-40B4-BE49-F238E27FC236}">
                <a16:creationId xmlns:a16="http://schemas.microsoft.com/office/drawing/2014/main" id="{776C3852-1C47-6F66-185C-DE629FC478A2}"/>
              </a:ext>
            </a:extLst>
          </p:cNvPr>
          <p:cNvSpPr>
            <a:spLocks noGrp="1"/>
          </p:cNvSpPr>
          <p:nvPr>
            <p:ph type="subTitle" idx="1"/>
          </p:nvPr>
        </p:nvSpPr>
        <p:spPr>
          <a:xfrm>
            <a:off x="376909" y="3961998"/>
            <a:ext cx="3147610" cy="560388"/>
          </a:xfrm>
        </p:spPr>
        <p:txBody>
          <a:bodyPr/>
          <a:lstStyle/>
          <a:p>
            <a:r>
              <a:rPr lang="en-US" sz="1800"/>
              <a:t>Last Update: 6 April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3"/>
          <p:cNvSpPr txBox="1">
            <a:spLocks noGrp="1"/>
          </p:cNvSpPr>
          <p:nvPr>
            <p:ph type="title"/>
          </p:nvPr>
        </p:nvSpPr>
        <p:spPr>
          <a:xfrm rot="10800000" flipV="1">
            <a:off x="81567" y="141668"/>
            <a:ext cx="5507864" cy="390659"/>
          </a:xfrm>
          <a:prstGeom prst="rect">
            <a:avLst/>
          </a:prstGeom>
        </p:spPr>
        <p:txBody>
          <a:bodyPr spcFirstLastPara="1" wrap="square" lIns="91425" tIns="0" rIns="91425" bIns="91425" anchor="t" anchorCtr="0">
            <a:noAutofit/>
          </a:bodyPr>
          <a:lstStyle/>
          <a:p>
            <a:pPr marL="0" lvl="0" indent="0" algn="l" rtl="0">
              <a:spcBef>
                <a:spcPts val="0"/>
              </a:spcBef>
              <a:spcAft>
                <a:spcPts val="0"/>
              </a:spcAft>
              <a:buClr>
                <a:schemeClr val="dk1"/>
              </a:buClr>
              <a:buSzPts val="1100"/>
              <a:buFont typeface="Arial"/>
              <a:buNone/>
            </a:pPr>
            <a:r>
              <a:rPr lang="en-US" sz="1600" i="0">
                <a:solidFill>
                  <a:schemeClr val="tx1"/>
                </a:solidFill>
                <a:effectLst/>
                <a:latin typeface="Aptos" panose="020B0004020202020204" pitchFamily="34" charset="0"/>
              </a:rPr>
              <a:t>Water and Health Indicators Dictionary- Overview</a:t>
            </a:r>
            <a:endParaRPr sz="1600">
              <a:solidFill>
                <a:schemeClr val="tx1"/>
              </a:solidFill>
              <a:latin typeface="Aptos" panose="020B0004020202020204" pitchFamily="34" charset="0"/>
            </a:endParaRPr>
          </a:p>
        </p:txBody>
      </p:sp>
      <p:pic>
        <p:nvPicPr>
          <p:cNvPr id="279" name="Google Shape;279;p33"/>
          <p:cNvPicPr preferRelativeResize="0"/>
          <p:nvPr/>
        </p:nvPicPr>
        <p:blipFill rotWithShape="1">
          <a:blip r:embed="rId3">
            <a:alphaModFix/>
          </a:blip>
          <a:srcRect l="63603" r="-182"/>
          <a:stretch/>
        </p:blipFill>
        <p:spPr>
          <a:xfrm>
            <a:off x="-68687" y="1512500"/>
            <a:ext cx="4640664" cy="2300850"/>
          </a:xfrm>
          <a:prstGeom prst="rect">
            <a:avLst/>
          </a:prstGeom>
          <a:noFill/>
          <a:ln>
            <a:noFill/>
          </a:ln>
        </p:spPr>
      </p:pic>
      <p:sp>
        <p:nvSpPr>
          <p:cNvPr id="8" name="TextBox 7">
            <a:extLst>
              <a:ext uri="{FF2B5EF4-FFF2-40B4-BE49-F238E27FC236}">
                <a16:creationId xmlns:a16="http://schemas.microsoft.com/office/drawing/2014/main" id="{F0C44161-BEA5-0170-69D0-7B194B8F9683}"/>
              </a:ext>
            </a:extLst>
          </p:cNvPr>
          <p:cNvSpPr txBox="1"/>
          <p:nvPr/>
        </p:nvSpPr>
        <p:spPr>
          <a:xfrm>
            <a:off x="7637172" y="141667"/>
            <a:ext cx="1558343" cy="6555641"/>
          </a:xfrm>
          <a:prstGeom prst="rect">
            <a:avLst/>
          </a:prstGeom>
          <a:noFill/>
          <a:ln>
            <a:solidFill>
              <a:schemeClr val="tx1"/>
            </a:solidFill>
          </a:ln>
        </p:spPr>
        <p:txBody>
          <a:bodyPr wrap="square">
            <a:spAutoFit/>
          </a:bodyPr>
          <a:lstStyle/>
          <a:p>
            <a:r>
              <a:rPr lang="en-US" sz="1000" b="1" dirty="0">
                <a:latin typeface="Aptos" panose="020B0004020202020204" pitchFamily="34" charset="0"/>
              </a:rPr>
              <a:t>Our Shiny app deals with environmental, health, or sustainability data.</a:t>
            </a:r>
          </a:p>
          <a:p>
            <a:endParaRPr lang="en-US" sz="1000" b="1" dirty="0">
              <a:latin typeface="Aptos" panose="020B0004020202020204" pitchFamily="34" charset="0"/>
            </a:endParaRPr>
          </a:p>
          <a:p>
            <a:r>
              <a:rPr lang="en-US" sz="1000" b="1" dirty="0">
                <a:latin typeface="Aptos" panose="020B0004020202020204" pitchFamily="34" charset="0"/>
              </a:rPr>
              <a:t>The first part of dictionary allows users to get familiar with technical terms and indicators commonly used in the fields of water, sanitation, and health: water stress, open defecation, basic drinking water services, basic sanitation services, and water productivity.</a:t>
            </a:r>
          </a:p>
          <a:p>
            <a:endParaRPr lang="en-US" sz="1000" b="1" dirty="0">
              <a:latin typeface="Aptos" panose="020B0004020202020204" pitchFamily="34" charset="0"/>
            </a:endParaRPr>
          </a:p>
          <a:p>
            <a:r>
              <a:rPr lang="en-US" sz="1000" b="1" dirty="0">
                <a:latin typeface="Aptos" panose="020B0004020202020204" pitchFamily="34" charset="0"/>
              </a:rPr>
              <a:t>The purposes of dictionary are:</a:t>
            </a:r>
          </a:p>
          <a:p>
            <a:pPr marL="171450" indent="-171450">
              <a:buFont typeface="Arial" panose="020B0604020202020204" pitchFamily="34" charset="0"/>
              <a:buChar char="•"/>
            </a:pPr>
            <a:r>
              <a:rPr lang="en-US" sz="1000" b="1" dirty="0">
                <a:latin typeface="Aptos" panose="020B0004020202020204" pitchFamily="34" charset="0"/>
              </a:rPr>
              <a:t>Improve user understanding</a:t>
            </a:r>
          </a:p>
          <a:p>
            <a:pPr marL="171450" indent="-171450">
              <a:buFont typeface="Arial" panose="020B0604020202020204" pitchFamily="34" charset="0"/>
              <a:buChar char="•"/>
            </a:pPr>
            <a:r>
              <a:rPr lang="en-US" sz="1000" b="1" dirty="0">
                <a:latin typeface="Aptos" panose="020B0004020202020204" pitchFamily="34" charset="0"/>
              </a:rPr>
              <a:t>Ensure consistent interpretation</a:t>
            </a:r>
          </a:p>
          <a:p>
            <a:pPr marL="171450" indent="-171450">
              <a:buFont typeface="Arial" panose="020B0604020202020204" pitchFamily="34" charset="0"/>
              <a:buChar char="•"/>
            </a:pPr>
            <a:r>
              <a:rPr lang="en-US" sz="1000" b="1" dirty="0">
                <a:latin typeface="Aptos" panose="020B0004020202020204" pitchFamily="34" charset="0"/>
              </a:rPr>
              <a:t>Build trust and transparency</a:t>
            </a:r>
          </a:p>
          <a:p>
            <a:pPr marL="171450" indent="-171450">
              <a:buFont typeface="Arial" panose="020B0604020202020204" pitchFamily="34" charset="0"/>
              <a:buChar char="•"/>
            </a:pPr>
            <a:r>
              <a:rPr lang="en-US" sz="1000" b="1" dirty="0">
                <a:latin typeface="Aptos" panose="020B0004020202020204" pitchFamily="34" charset="0"/>
              </a:rPr>
              <a:t>Enhances data literacy</a:t>
            </a:r>
          </a:p>
          <a:p>
            <a:pPr marL="171450" indent="-171450">
              <a:buFont typeface="Arial" panose="020B0604020202020204" pitchFamily="34" charset="0"/>
              <a:buChar char="•"/>
            </a:pPr>
            <a:r>
              <a:rPr lang="en-US" sz="1000" b="1" dirty="0">
                <a:latin typeface="Aptos" panose="020B0004020202020204" pitchFamily="34" charset="0"/>
              </a:rPr>
              <a:t>Support decision-making</a:t>
            </a:r>
          </a:p>
          <a:p>
            <a:pPr marL="171450" indent="-171450">
              <a:buFont typeface="Arial" panose="020B0604020202020204" pitchFamily="34" charset="0"/>
              <a:buChar char="•"/>
            </a:pPr>
            <a:r>
              <a:rPr lang="en-US" sz="1000" b="1" dirty="0">
                <a:latin typeface="Aptos" panose="020B0004020202020204" pitchFamily="34" charset="0"/>
              </a:rPr>
              <a:t>Improve usability</a:t>
            </a:r>
          </a:p>
          <a:p>
            <a:endParaRPr lang="en-US" sz="1000" dirty="0">
              <a:latin typeface="Aptos" panose="020B0004020202020204" pitchFamily="34" charset="0"/>
            </a:endParaRPr>
          </a:p>
          <a:p>
            <a:pPr marL="171450" indent="-171450">
              <a:buFont typeface="Arial" panose="020B0604020202020204" pitchFamily="34" charset="0"/>
              <a:buChar char="•"/>
            </a:pPr>
            <a:endParaRPr lang="en-US" sz="1000" dirty="0">
              <a:latin typeface="Aptos" panose="020B0004020202020204" pitchFamily="34" charset="0"/>
            </a:endParaRPr>
          </a:p>
          <a:p>
            <a:pPr marL="171450" indent="-171450">
              <a:buFont typeface="Arial" panose="020B0604020202020204" pitchFamily="34" charset="0"/>
              <a:buChar char="•"/>
            </a:pPr>
            <a:endParaRPr lang="en-US" sz="1000" dirty="0">
              <a:latin typeface="Aptos" panose="020B0004020202020204" pitchFamily="34" charset="0"/>
            </a:endParaRPr>
          </a:p>
          <a:p>
            <a:endParaRPr lang="en-US" sz="1000" dirty="0">
              <a:latin typeface="Aptos" panose="020B0004020202020204" pitchFamily="34" charset="0"/>
            </a:endParaRPr>
          </a:p>
          <a:p>
            <a:endParaRPr lang="en-US" sz="1000" dirty="0">
              <a:latin typeface="Aptos" panose="020B0004020202020204" pitchFamily="34" charset="0"/>
            </a:endParaRPr>
          </a:p>
          <a:p>
            <a:endParaRPr lang="en-US" sz="1000" dirty="0">
              <a:latin typeface="Aptos" panose="020B0004020202020204" pitchFamily="34" charset="0"/>
            </a:endParaRPr>
          </a:p>
          <a:p>
            <a:endParaRPr lang="en-US" sz="1000" dirty="0">
              <a:latin typeface="Aptos" panose="020B0004020202020204" pitchFamily="34" charset="0"/>
            </a:endParaRPr>
          </a:p>
          <a:p>
            <a:r>
              <a:rPr lang="en-US" sz="1000" dirty="0">
                <a:latin typeface="Aptos" panose="020B0004020202020204" pitchFamily="34" charset="0"/>
              </a:rPr>
              <a:t> </a:t>
            </a:r>
          </a:p>
          <a:p>
            <a:endParaRPr lang="en-US" sz="1000" dirty="0">
              <a:latin typeface="Aptos" panose="020B0004020202020204" pitchFamily="34" charset="0"/>
            </a:endParaRPr>
          </a:p>
          <a:p>
            <a:endParaRPr lang="en-US" sz="1000" dirty="0">
              <a:latin typeface="Aptos" panose="020B0004020202020204" pitchFamily="34" charset="0"/>
            </a:endParaRPr>
          </a:p>
        </p:txBody>
      </p:sp>
      <p:pic>
        <p:nvPicPr>
          <p:cNvPr id="10" name="Picture 9">
            <a:extLst>
              <a:ext uri="{FF2B5EF4-FFF2-40B4-BE49-F238E27FC236}">
                <a16:creationId xmlns:a16="http://schemas.microsoft.com/office/drawing/2014/main" id="{C693961F-2D3A-EB0F-81C0-24E7415D84B8}"/>
              </a:ext>
            </a:extLst>
          </p:cNvPr>
          <p:cNvPicPr>
            <a:picLocks noChangeAspect="1"/>
          </p:cNvPicPr>
          <p:nvPr/>
        </p:nvPicPr>
        <p:blipFill>
          <a:blip r:embed="rId4"/>
          <a:stretch>
            <a:fillRect/>
          </a:stretch>
        </p:blipFill>
        <p:spPr>
          <a:xfrm>
            <a:off x="81567" y="570964"/>
            <a:ext cx="7499797" cy="43922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6">
          <a:extLst>
            <a:ext uri="{FF2B5EF4-FFF2-40B4-BE49-F238E27FC236}">
              <a16:creationId xmlns:a16="http://schemas.microsoft.com/office/drawing/2014/main" id="{A5085CD1-CBF5-51C8-74C6-8BF74391F650}"/>
            </a:ext>
          </a:extLst>
        </p:cNvPr>
        <p:cNvGrpSpPr/>
        <p:nvPr/>
      </p:nvGrpSpPr>
      <p:grpSpPr>
        <a:xfrm>
          <a:off x="0" y="0"/>
          <a:ext cx="0" cy="0"/>
          <a:chOff x="0" y="0"/>
          <a:chExt cx="0" cy="0"/>
        </a:xfrm>
      </p:grpSpPr>
      <p:sp>
        <p:nvSpPr>
          <p:cNvPr id="277" name="Google Shape;277;p33">
            <a:extLst>
              <a:ext uri="{FF2B5EF4-FFF2-40B4-BE49-F238E27FC236}">
                <a16:creationId xmlns:a16="http://schemas.microsoft.com/office/drawing/2014/main" id="{A2F9C3BD-BAA1-2C78-B0E0-B9EC3EFB1234}"/>
              </a:ext>
            </a:extLst>
          </p:cNvPr>
          <p:cNvSpPr txBox="1">
            <a:spLocks noGrp="1"/>
          </p:cNvSpPr>
          <p:nvPr>
            <p:ph type="title"/>
          </p:nvPr>
        </p:nvSpPr>
        <p:spPr>
          <a:xfrm>
            <a:off x="158839" y="116602"/>
            <a:ext cx="6297769" cy="411432"/>
          </a:xfrm>
          <a:prstGeom prst="rect">
            <a:avLst/>
          </a:prstGeom>
        </p:spPr>
        <p:txBody>
          <a:bodyPr spcFirstLastPara="1" wrap="square" lIns="91425" tIns="0" rIns="91425" bIns="91425" anchor="t" anchorCtr="0">
            <a:noAutofit/>
          </a:bodyPr>
          <a:lstStyle/>
          <a:p>
            <a:pPr algn="l">
              <a:buSzPts val="1100"/>
            </a:pPr>
            <a:r>
              <a:rPr lang="en-US" sz="1600">
                <a:solidFill>
                  <a:schemeClr val="tx1"/>
                </a:solidFill>
                <a:latin typeface="Aptos" panose="020B0004020202020204" pitchFamily="34" charset="0"/>
              </a:rPr>
              <a:t>Water and Health Indicators Dictionary- Overview (cont’d)</a:t>
            </a:r>
            <a:endParaRPr sz="1600">
              <a:solidFill>
                <a:schemeClr val="tx1"/>
              </a:solidFill>
              <a:latin typeface="Aptos" panose="020B0004020202020204" pitchFamily="34" charset="0"/>
            </a:endParaRPr>
          </a:p>
        </p:txBody>
      </p:sp>
      <p:pic>
        <p:nvPicPr>
          <p:cNvPr id="279" name="Google Shape;279;p33">
            <a:extLst>
              <a:ext uri="{FF2B5EF4-FFF2-40B4-BE49-F238E27FC236}">
                <a16:creationId xmlns:a16="http://schemas.microsoft.com/office/drawing/2014/main" id="{364EACFA-16E0-BB72-238F-05CE1F420ABF}"/>
              </a:ext>
            </a:extLst>
          </p:cNvPr>
          <p:cNvPicPr preferRelativeResize="0"/>
          <p:nvPr/>
        </p:nvPicPr>
        <p:blipFill rotWithShape="1">
          <a:blip r:embed="rId3">
            <a:alphaModFix/>
          </a:blip>
          <a:srcRect l="63603" r="-182"/>
          <a:stretch/>
        </p:blipFill>
        <p:spPr>
          <a:xfrm>
            <a:off x="-30051" y="1512500"/>
            <a:ext cx="4602027" cy="2300850"/>
          </a:xfrm>
          <a:prstGeom prst="rect">
            <a:avLst/>
          </a:prstGeom>
          <a:noFill/>
          <a:ln>
            <a:noFill/>
          </a:ln>
        </p:spPr>
      </p:pic>
      <p:pic>
        <p:nvPicPr>
          <p:cNvPr id="3" name="Picture 2">
            <a:extLst>
              <a:ext uri="{FF2B5EF4-FFF2-40B4-BE49-F238E27FC236}">
                <a16:creationId xmlns:a16="http://schemas.microsoft.com/office/drawing/2014/main" id="{372DD1AA-BC33-10B6-BAF0-B880C5025E97}"/>
              </a:ext>
            </a:extLst>
          </p:cNvPr>
          <p:cNvPicPr>
            <a:picLocks noChangeAspect="1"/>
          </p:cNvPicPr>
          <p:nvPr/>
        </p:nvPicPr>
        <p:blipFill>
          <a:blip r:embed="rId4"/>
          <a:stretch>
            <a:fillRect/>
          </a:stretch>
        </p:blipFill>
        <p:spPr>
          <a:xfrm>
            <a:off x="81566" y="569311"/>
            <a:ext cx="7319494" cy="3058237"/>
          </a:xfrm>
          <a:prstGeom prst="rect">
            <a:avLst/>
          </a:prstGeom>
        </p:spPr>
      </p:pic>
      <p:sp>
        <p:nvSpPr>
          <p:cNvPr id="4" name="TextBox 3">
            <a:extLst>
              <a:ext uri="{FF2B5EF4-FFF2-40B4-BE49-F238E27FC236}">
                <a16:creationId xmlns:a16="http://schemas.microsoft.com/office/drawing/2014/main" id="{1EB7E04C-9D4A-731A-99FE-88913A7E6628}"/>
              </a:ext>
            </a:extLst>
          </p:cNvPr>
          <p:cNvSpPr txBox="1"/>
          <p:nvPr/>
        </p:nvSpPr>
        <p:spPr>
          <a:xfrm>
            <a:off x="7465454" y="141667"/>
            <a:ext cx="1730061" cy="4862870"/>
          </a:xfrm>
          <a:prstGeom prst="rect">
            <a:avLst/>
          </a:prstGeom>
          <a:noFill/>
          <a:ln>
            <a:solidFill>
              <a:schemeClr val="tx1"/>
            </a:solidFill>
          </a:ln>
        </p:spPr>
        <p:txBody>
          <a:bodyPr wrap="square">
            <a:spAutoFit/>
          </a:bodyPr>
          <a:lstStyle/>
          <a:p>
            <a:r>
              <a:rPr lang="en-US" sz="1000" b="1" dirty="0">
                <a:latin typeface="Aptos" panose="020B0004020202020204" pitchFamily="34" charset="0"/>
              </a:rPr>
              <a:t>Our Shiny app deals with environmental, health, or sustainability data.</a:t>
            </a:r>
          </a:p>
          <a:p>
            <a:endParaRPr lang="en-US" sz="1000" b="1" dirty="0">
              <a:latin typeface="Aptos" panose="020B0004020202020204" pitchFamily="34" charset="0"/>
            </a:endParaRPr>
          </a:p>
          <a:p>
            <a:r>
              <a:rPr lang="en-US" sz="1000" b="1" dirty="0">
                <a:latin typeface="Aptos" panose="020B0004020202020204" pitchFamily="34" charset="0"/>
              </a:rPr>
              <a:t>The second part of dictionary allows users to get familiar with key health-related terms and disease indicators: Hepatitis A, Diarrheal Diseases, and Typhoid Fever.</a:t>
            </a:r>
          </a:p>
          <a:p>
            <a:endParaRPr lang="en-US" sz="1000" b="1" dirty="0">
              <a:latin typeface="Aptos" panose="020B0004020202020204" pitchFamily="34" charset="0"/>
            </a:endParaRPr>
          </a:p>
          <a:p>
            <a:r>
              <a:rPr lang="en-US" sz="1000" b="1" dirty="0">
                <a:latin typeface="Aptos" panose="020B0004020202020204" pitchFamily="34" charset="0"/>
              </a:rPr>
              <a:t>The purposes of dictionary are:</a:t>
            </a:r>
          </a:p>
          <a:p>
            <a:pPr marL="171450" indent="-171450">
              <a:buFont typeface="Arial" panose="020B0604020202020204" pitchFamily="34" charset="0"/>
              <a:buChar char="•"/>
            </a:pPr>
            <a:r>
              <a:rPr lang="en-US" sz="1000" b="1" dirty="0">
                <a:latin typeface="Aptos" panose="020B0004020202020204" pitchFamily="34" charset="0"/>
              </a:rPr>
              <a:t>Improve user understanding</a:t>
            </a:r>
          </a:p>
          <a:p>
            <a:pPr marL="171450" indent="-171450">
              <a:buFont typeface="Arial" panose="020B0604020202020204" pitchFamily="34" charset="0"/>
              <a:buChar char="•"/>
            </a:pPr>
            <a:r>
              <a:rPr lang="en-US" sz="1000" b="1" dirty="0">
                <a:latin typeface="Aptos" panose="020B0004020202020204" pitchFamily="34" charset="0"/>
              </a:rPr>
              <a:t>Ensure consistent interpretation</a:t>
            </a:r>
          </a:p>
          <a:p>
            <a:pPr marL="171450" indent="-171450">
              <a:buFont typeface="Arial" panose="020B0604020202020204" pitchFamily="34" charset="0"/>
              <a:buChar char="•"/>
            </a:pPr>
            <a:r>
              <a:rPr lang="en-US" sz="1000" b="1" dirty="0">
                <a:latin typeface="Aptos" panose="020B0004020202020204" pitchFamily="34" charset="0"/>
              </a:rPr>
              <a:t>Build trust and transparency</a:t>
            </a:r>
          </a:p>
          <a:p>
            <a:pPr marL="171450" indent="-171450">
              <a:buFont typeface="Arial" panose="020B0604020202020204" pitchFamily="34" charset="0"/>
              <a:buChar char="•"/>
            </a:pPr>
            <a:r>
              <a:rPr lang="en-US" sz="1000" b="1" dirty="0">
                <a:latin typeface="Aptos" panose="020B0004020202020204" pitchFamily="34" charset="0"/>
              </a:rPr>
              <a:t>Enhances data literacy</a:t>
            </a:r>
          </a:p>
          <a:p>
            <a:pPr marL="171450" indent="-171450">
              <a:buFont typeface="Arial" panose="020B0604020202020204" pitchFamily="34" charset="0"/>
              <a:buChar char="•"/>
            </a:pPr>
            <a:r>
              <a:rPr lang="en-US" sz="1000" b="1" dirty="0">
                <a:latin typeface="Aptos" panose="020B0004020202020204" pitchFamily="34" charset="0"/>
              </a:rPr>
              <a:t>Support decision-making</a:t>
            </a:r>
          </a:p>
          <a:p>
            <a:pPr marL="171450" indent="-171450">
              <a:buFont typeface="Arial" panose="020B0604020202020204" pitchFamily="34" charset="0"/>
              <a:buChar char="•"/>
            </a:pPr>
            <a:r>
              <a:rPr lang="en-US" sz="1000" b="1" dirty="0">
                <a:latin typeface="Aptos" panose="020B0004020202020204" pitchFamily="34" charset="0"/>
              </a:rPr>
              <a:t>Improve usability</a:t>
            </a:r>
            <a:endParaRPr lang="en-US" sz="1000" dirty="0">
              <a:latin typeface="Aptos" panose="020B0004020202020204" pitchFamily="34" charset="0"/>
            </a:endParaRPr>
          </a:p>
          <a:p>
            <a:endParaRPr lang="en-US" sz="1000" dirty="0">
              <a:latin typeface="Aptos" panose="020B0004020202020204" pitchFamily="34" charset="0"/>
            </a:endParaRPr>
          </a:p>
          <a:p>
            <a:endParaRPr lang="en-US" sz="1000" dirty="0">
              <a:latin typeface="Aptos" panose="020B0004020202020204" pitchFamily="34" charset="0"/>
            </a:endParaRPr>
          </a:p>
          <a:p>
            <a:r>
              <a:rPr lang="en-US" sz="1000" dirty="0">
                <a:latin typeface="Aptos" panose="020B0004020202020204" pitchFamily="34" charset="0"/>
              </a:rPr>
              <a:t> </a:t>
            </a:r>
          </a:p>
          <a:p>
            <a:endParaRPr lang="en-US" sz="1000" dirty="0">
              <a:latin typeface="Aptos" panose="020B0004020202020204" pitchFamily="34" charset="0"/>
            </a:endParaRPr>
          </a:p>
          <a:p>
            <a:endParaRPr lang="en-US" sz="1000" dirty="0">
              <a:latin typeface="Aptos" panose="020B0004020202020204" pitchFamily="34" charset="0"/>
            </a:endParaRPr>
          </a:p>
        </p:txBody>
      </p:sp>
    </p:spTree>
    <p:extLst>
      <p:ext uri="{BB962C8B-B14F-4D97-AF65-F5344CB8AC3E}">
        <p14:creationId xmlns:p14="http://schemas.microsoft.com/office/powerpoint/2010/main" val="2190139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6">
          <a:extLst>
            <a:ext uri="{FF2B5EF4-FFF2-40B4-BE49-F238E27FC236}">
              <a16:creationId xmlns:a16="http://schemas.microsoft.com/office/drawing/2014/main" id="{4E1AFA27-2637-DC1E-B3DC-A47942D81198}"/>
            </a:ext>
          </a:extLst>
        </p:cNvPr>
        <p:cNvGrpSpPr/>
        <p:nvPr/>
      </p:nvGrpSpPr>
      <p:grpSpPr>
        <a:xfrm>
          <a:off x="0" y="0"/>
          <a:ext cx="0" cy="0"/>
          <a:chOff x="0" y="0"/>
          <a:chExt cx="0" cy="0"/>
        </a:xfrm>
      </p:grpSpPr>
      <p:sp>
        <p:nvSpPr>
          <p:cNvPr id="277" name="Google Shape;277;p33">
            <a:extLst>
              <a:ext uri="{FF2B5EF4-FFF2-40B4-BE49-F238E27FC236}">
                <a16:creationId xmlns:a16="http://schemas.microsoft.com/office/drawing/2014/main" id="{70B0C3C4-DED9-B336-8D7E-38AC850C3924}"/>
              </a:ext>
            </a:extLst>
          </p:cNvPr>
          <p:cNvSpPr txBox="1">
            <a:spLocks noGrp="1"/>
          </p:cNvSpPr>
          <p:nvPr>
            <p:ph type="title"/>
          </p:nvPr>
        </p:nvSpPr>
        <p:spPr>
          <a:xfrm>
            <a:off x="-1" y="146652"/>
            <a:ext cx="8912181" cy="686182"/>
          </a:xfrm>
          <a:prstGeom prst="rect">
            <a:avLst/>
          </a:prstGeom>
        </p:spPr>
        <p:txBody>
          <a:bodyPr spcFirstLastPara="1" wrap="square" lIns="91425" tIns="0" rIns="91425" bIns="91425" anchor="t" anchorCtr="0">
            <a:noAutofit/>
          </a:bodyPr>
          <a:lstStyle/>
          <a:p>
            <a:pPr algn="l">
              <a:buSzPts val="1100"/>
            </a:pPr>
            <a:r>
              <a:rPr lang="en-US" sz="1600">
                <a:solidFill>
                  <a:schemeClr val="tx1"/>
                </a:solidFill>
                <a:latin typeface="Aptos" panose="020B0004020202020204" pitchFamily="34" charset="0"/>
              </a:rPr>
              <a:t>   Exploratory Data Analysis (EDA)</a:t>
            </a:r>
            <a:br>
              <a:rPr lang="en-US" sz="1600">
                <a:solidFill>
                  <a:schemeClr val="tx1"/>
                </a:solidFill>
                <a:latin typeface="Aptos" panose="020B0004020202020204" pitchFamily="34" charset="0"/>
              </a:rPr>
            </a:br>
            <a:r>
              <a:rPr lang="en-US" sz="1000">
                <a:solidFill>
                  <a:schemeClr val="tx1"/>
                </a:solidFill>
                <a:latin typeface="Aptos" panose="020B0004020202020204" pitchFamily="34" charset="0"/>
              </a:rPr>
              <a:t>EDA allows users to interact with the data intuitively and visually explore trends and patterns, understand data distributions across water and health indicators using historical data from 2006 to 2021, covering 140 countries and seven global regions. This section helps users generate hypotheses and build a deeper understanding of the dataset before conducting more detailed or targeted analyses.</a:t>
            </a:r>
            <a:endParaRPr sz="1000">
              <a:solidFill>
                <a:schemeClr val="tx1"/>
              </a:solidFill>
              <a:latin typeface="Aptos" panose="020B0004020202020204" pitchFamily="34" charset="0"/>
            </a:endParaRPr>
          </a:p>
        </p:txBody>
      </p:sp>
      <p:pic>
        <p:nvPicPr>
          <p:cNvPr id="279" name="Google Shape;279;p33">
            <a:extLst>
              <a:ext uri="{FF2B5EF4-FFF2-40B4-BE49-F238E27FC236}">
                <a16:creationId xmlns:a16="http://schemas.microsoft.com/office/drawing/2014/main" id="{312EF994-9E03-9CF1-2649-5B22FAEBE2FD}"/>
              </a:ext>
            </a:extLst>
          </p:cNvPr>
          <p:cNvPicPr preferRelativeResize="0"/>
          <p:nvPr/>
        </p:nvPicPr>
        <p:blipFill rotWithShape="1">
          <a:blip r:embed="rId3">
            <a:alphaModFix/>
          </a:blip>
          <a:srcRect l="63603" r="-182"/>
          <a:stretch/>
        </p:blipFill>
        <p:spPr>
          <a:xfrm>
            <a:off x="-35325" y="1512500"/>
            <a:ext cx="4607302" cy="2300850"/>
          </a:xfrm>
          <a:prstGeom prst="rect">
            <a:avLst/>
          </a:prstGeom>
          <a:noFill/>
          <a:ln>
            <a:noFill/>
          </a:ln>
        </p:spPr>
      </p:pic>
      <p:sp>
        <p:nvSpPr>
          <p:cNvPr id="3" name="Rectangle 2">
            <a:extLst>
              <a:ext uri="{FF2B5EF4-FFF2-40B4-BE49-F238E27FC236}">
                <a16:creationId xmlns:a16="http://schemas.microsoft.com/office/drawing/2014/main" id="{F19C27BE-C546-8CCE-D4E1-AD468DC72CAE}"/>
              </a:ext>
            </a:extLst>
          </p:cNvPr>
          <p:cNvSpPr/>
          <p:nvPr/>
        </p:nvSpPr>
        <p:spPr>
          <a:xfrm>
            <a:off x="6997520" y="1101142"/>
            <a:ext cx="2146480" cy="34472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for water and disease indicators visualization. Users can specify the parameters to explore and compare water and health indicators.</a:t>
            </a:r>
          </a:p>
          <a:p>
            <a:r>
              <a:rPr lang="en-US" sz="900" b="1" dirty="0">
                <a:solidFill>
                  <a:schemeClr val="tx1"/>
                </a:solidFill>
              </a:rPr>
              <a:t>Users can:</a:t>
            </a:r>
          </a:p>
          <a:p>
            <a:pPr marL="228600" indent="-228600">
              <a:buAutoNum type="alphaLcPeriod"/>
            </a:pPr>
            <a:r>
              <a:rPr lang="en-US" sz="900" b="1" dirty="0">
                <a:solidFill>
                  <a:schemeClr val="tx1"/>
                </a:solidFill>
              </a:rPr>
              <a:t>Specify a year (2006-2021)</a:t>
            </a:r>
          </a:p>
          <a:p>
            <a:pPr marL="228600" indent="-228600">
              <a:buAutoNum type="alphaLcPeriod"/>
            </a:pPr>
            <a:r>
              <a:rPr lang="en-US" sz="900" b="1" dirty="0">
                <a:solidFill>
                  <a:schemeClr val="tx1"/>
                </a:solidFill>
              </a:rPr>
              <a:t>Filter by region or country</a:t>
            </a:r>
          </a:p>
          <a:p>
            <a:pPr marL="228600" indent="-228600">
              <a:buAutoNum type="alphaLcPeriod"/>
            </a:pPr>
            <a:r>
              <a:rPr lang="en-US" sz="900" b="1" dirty="0">
                <a:solidFill>
                  <a:schemeClr val="tx1"/>
                </a:solidFill>
              </a:rPr>
              <a:t>Choose a region name if    </a:t>
            </a:r>
          </a:p>
          <a:p>
            <a:r>
              <a:rPr lang="en-US" sz="900" b="1" dirty="0">
                <a:solidFill>
                  <a:schemeClr val="tx1"/>
                </a:solidFill>
              </a:rPr>
              <a:t>      "Region" is selected</a:t>
            </a:r>
          </a:p>
          <a:p>
            <a:r>
              <a:rPr lang="en-US" sz="900" b="1" dirty="0">
                <a:solidFill>
                  <a:schemeClr val="tx1"/>
                </a:solidFill>
              </a:rPr>
              <a:t>d.    Choose a country name if</a:t>
            </a:r>
          </a:p>
          <a:p>
            <a:r>
              <a:rPr lang="en-US" sz="900" b="1" dirty="0">
                <a:solidFill>
                  <a:schemeClr val="tx1"/>
                </a:solidFill>
              </a:rPr>
              <a:t>      "Country" is selected</a:t>
            </a:r>
          </a:p>
          <a:p>
            <a:endParaRPr lang="en-US" sz="900" b="1" dirty="0">
              <a:solidFill>
                <a:schemeClr val="tx1"/>
              </a:solidFill>
            </a:endParaRPr>
          </a:p>
          <a:p>
            <a:pPr marL="228600" indent="-228600">
              <a:buAutoNum type="arabicParenR" startAt="2"/>
            </a:pPr>
            <a:r>
              <a:rPr lang="en-US" sz="900" b="1" dirty="0">
                <a:solidFill>
                  <a:schemeClr val="tx1"/>
                </a:solidFill>
              </a:rPr>
              <a:t>Plot type: Users can </a:t>
            </a:r>
          </a:p>
          <a:p>
            <a:pPr marL="171450" indent="-171450">
              <a:buFont typeface="Arial" panose="020B0604020202020204" pitchFamily="34" charset="0"/>
              <a:buChar char="•"/>
            </a:pPr>
            <a:r>
              <a:rPr lang="en-US" sz="900" b="1" dirty="0">
                <a:solidFill>
                  <a:schemeClr val="tx1"/>
                </a:solidFill>
              </a:rPr>
              <a:t>  Select Boxplot to visualize</a:t>
            </a:r>
          </a:p>
          <a:p>
            <a:r>
              <a:rPr lang="en-US" sz="900" b="1" dirty="0">
                <a:solidFill>
                  <a:schemeClr val="tx1"/>
                </a:solidFill>
              </a:rPr>
              <a:t>        differences between regions </a:t>
            </a:r>
          </a:p>
          <a:p>
            <a:r>
              <a:rPr lang="en-US" sz="900" b="1" dirty="0">
                <a:solidFill>
                  <a:schemeClr val="tx1"/>
                </a:solidFill>
              </a:rPr>
              <a:t>        and country (highlights</a:t>
            </a:r>
          </a:p>
          <a:p>
            <a:r>
              <a:rPr lang="en-US" sz="900" b="1" dirty="0">
                <a:solidFill>
                  <a:schemeClr val="tx1"/>
                </a:solidFill>
              </a:rPr>
              <a:t>        median, quartiles, and outliers)</a:t>
            </a:r>
          </a:p>
          <a:p>
            <a:pPr marL="171450" indent="-171450">
              <a:buFont typeface="Arial" panose="020B0604020202020204" pitchFamily="34" charset="0"/>
              <a:buChar char="•"/>
            </a:pPr>
            <a:r>
              <a:rPr lang="en-US" sz="900" b="1" dirty="0">
                <a:solidFill>
                  <a:schemeClr val="tx1"/>
                </a:solidFill>
              </a:rPr>
              <a:t>  Select Violin Chart to visualize</a:t>
            </a:r>
          </a:p>
          <a:p>
            <a:r>
              <a:rPr lang="en-US" sz="900" b="1" dirty="0">
                <a:solidFill>
                  <a:schemeClr val="tx1"/>
                </a:solidFill>
              </a:rPr>
              <a:t>       the changes by region or</a:t>
            </a:r>
          </a:p>
          <a:p>
            <a:r>
              <a:rPr lang="en-US" sz="900" b="1" dirty="0">
                <a:solidFill>
                  <a:schemeClr val="tx1"/>
                </a:solidFill>
              </a:rPr>
              <a:t>       country using group data by</a:t>
            </a:r>
          </a:p>
          <a:p>
            <a:r>
              <a:rPr lang="en-US" sz="900" b="1" dirty="0">
                <a:solidFill>
                  <a:schemeClr val="tx1"/>
                </a:solidFill>
              </a:rPr>
              <a:t>        year ranges: 2006-2010, 2011-</a:t>
            </a:r>
          </a:p>
          <a:p>
            <a:r>
              <a:rPr lang="en-US" sz="900" b="1" dirty="0">
                <a:solidFill>
                  <a:schemeClr val="tx1"/>
                </a:solidFill>
              </a:rPr>
              <a:t>        2015, 2016-2021</a:t>
            </a:r>
          </a:p>
        </p:txBody>
      </p:sp>
      <p:pic>
        <p:nvPicPr>
          <p:cNvPr id="9" name="Picture 8">
            <a:extLst>
              <a:ext uri="{FF2B5EF4-FFF2-40B4-BE49-F238E27FC236}">
                <a16:creationId xmlns:a16="http://schemas.microsoft.com/office/drawing/2014/main" id="{F4E34621-5C1A-2374-848A-F9E29D4B566C}"/>
              </a:ext>
            </a:extLst>
          </p:cNvPr>
          <p:cNvPicPr>
            <a:picLocks noChangeAspect="1"/>
          </p:cNvPicPr>
          <p:nvPr/>
        </p:nvPicPr>
        <p:blipFill>
          <a:blip r:embed="rId4"/>
          <a:stretch>
            <a:fillRect/>
          </a:stretch>
        </p:blipFill>
        <p:spPr>
          <a:xfrm>
            <a:off x="66816" y="892934"/>
            <a:ext cx="6849139" cy="3863663"/>
          </a:xfrm>
          <a:prstGeom prst="rect">
            <a:avLst/>
          </a:prstGeom>
        </p:spPr>
      </p:pic>
      <p:pic>
        <p:nvPicPr>
          <p:cNvPr id="11" name="Graphic 10" descr="Badge 1 outline">
            <a:extLst>
              <a:ext uri="{FF2B5EF4-FFF2-40B4-BE49-F238E27FC236}">
                <a16:creationId xmlns:a16="http://schemas.microsoft.com/office/drawing/2014/main" id="{94409B95-2CF0-A276-49CE-6F27774B80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6828" y="1520583"/>
            <a:ext cx="442175" cy="402659"/>
          </a:xfrm>
          <a:prstGeom prst="rect">
            <a:avLst/>
          </a:prstGeom>
        </p:spPr>
      </p:pic>
      <p:sp>
        <p:nvSpPr>
          <p:cNvPr id="12" name="Rectangle 11">
            <a:extLst>
              <a:ext uri="{FF2B5EF4-FFF2-40B4-BE49-F238E27FC236}">
                <a16:creationId xmlns:a16="http://schemas.microsoft.com/office/drawing/2014/main" id="{EB071F65-1584-95E0-63BF-53DB8949052D}"/>
              </a:ext>
            </a:extLst>
          </p:cNvPr>
          <p:cNvSpPr/>
          <p:nvPr/>
        </p:nvSpPr>
        <p:spPr>
          <a:xfrm>
            <a:off x="1657082" y="2155065"/>
            <a:ext cx="291921" cy="16742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p>
        </p:txBody>
      </p:sp>
      <p:sp>
        <p:nvSpPr>
          <p:cNvPr id="13" name="Rectangle 12">
            <a:extLst>
              <a:ext uri="{FF2B5EF4-FFF2-40B4-BE49-F238E27FC236}">
                <a16:creationId xmlns:a16="http://schemas.microsoft.com/office/drawing/2014/main" id="{13B44FC3-38E5-74EF-194F-14FDDE796EAB}"/>
              </a:ext>
            </a:extLst>
          </p:cNvPr>
          <p:cNvSpPr/>
          <p:nvPr/>
        </p:nvSpPr>
        <p:spPr>
          <a:xfrm>
            <a:off x="1667356" y="2634494"/>
            <a:ext cx="291921" cy="16742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t>
            </a:r>
          </a:p>
        </p:txBody>
      </p:sp>
      <p:sp>
        <p:nvSpPr>
          <p:cNvPr id="14" name="Rectangle 13">
            <a:extLst>
              <a:ext uri="{FF2B5EF4-FFF2-40B4-BE49-F238E27FC236}">
                <a16:creationId xmlns:a16="http://schemas.microsoft.com/office/drawing/2014/main" id="{2F9AFDFA-516C-7EA4-E8AC-BA020A63E911}"/>
              </a:ext>
            </a:extLst>
          </p:cNvPr>
          <p:cNvSpPr/>
          <p:nvPr/>
        </p:nvSpPr>
        <p:spPr>
          <a:xfrm>
            <a:off x="1814547" y="3077654"/>
            <a:ext cx="291921" cy="16742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a:t>
            </a:r>
          </a:p>
        </p:txBody>
      </p:sp>
      <p:sp>
        <p:nvSpPr>
          <p:cNvPr id="15" name="Rectangle 14">
            <a:extLst>
              <a:ext uri="{FF2B5EF4-FFF2-40B4-BE49-F238E27FC236}">
                <a16:creationId xmlns:a16="http://schemas.microsoft.com/office/drawing/2014/main" id="{9043B412-C205-54F3-3FBF-6B79CAA1022C}"/>
              </a:ext>
            </a:extLst>
          </p:cNvPr>
          <p:cNvSpPr/>
          <p:nvPr/>
        </p:nvSpPr>
        <p:spPr>
          <a:xfrm>
            <a:off x="1872502" y="3520814"/>
            <a:ext cx="291921" cy="16742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p>
        </p:txBody>
      </p:sp>
      <p:pic>
        <p:nvPicPr>
          <p:cNvPr id="18" name="Graphic 17" descr="Badge outline">
            <a:extLst>
              <a:ext uri="{FF2B5EF4-FFF2-40B4-BE49-F238E27FC236}">
                <a16:creationId xmlns:a16="http://schemas.microsoft.com/office/drawing/2014/main" id="{7BA3BEFD-51DB-4183-0EC2-D64419FA8E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97366" y="3813350"/>
            <a:ext cx="431900" cy="436817"/>
          </a:xfrm>
          <a:prstGeom prst="rect">
            <a:avLst/>
          </a:prstGeom>
        </p:spPr>
      </p:pic>
    </p:spTree>
    <p:extLst>
      <p:ext uri="{BB962C8B-B14F-4D97-AF65-F5344CB8AC3E}">
        <p14:creationId xmlns:p14="http://schemas.microsoft.com/office/powerpoint/2010/main" val="102890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6">
          <a:extLst>
            <a:ext uri="{FF2B5EF4-FFF2-40B4-BE49-F238E27FC236}">
              <a16:creationId xmlns:a16="http://schemas.microsoft.com/office/drawing/2014/main" id="{CB1FD0CF-1E07-56C5-673F-79C19D76AF5B}"/>
            </a:ext>
          </a:extLst>
        </p:cNvPr>
        <p:cNvGrpSpPr/>
        <p:nvPr/>
      </p:nvGrpSpPr>
      <p:grpSpPr>
        <a:xfrm>
          <a:off x="0" y="0"/>
          <a:ext cx="0" cy="0"/>
          <a:chOff x="0" y="0"/>
          <a:chExt cx="0" cy="0"/>
        </a:xfrm>
      </p:grpSpPr>
      <p:sp>
        <p:nvSpPr>
          <p:cNvPr id="277" name="Google Shape;277;p33">
            <a:extLst>
              <a:ext uri="{FF2B5EF4-FFF2-40B4-BE49-F238E27FC236}">
                <a16:creationId xmlns:a16="http://schemas.microsoft.com/office/drawing/2014/main" id="{6E8552F2-192D-9D55-7305-66A4AC908103}"/>
              </a:ext>
            </a:extLst>
          </p:cNvPr>
          <p:cNvSpPr txBox="1">
            <a:spLocks noGrp="1"/>
          </p:cNvSpPr>
          <p:nvPr>
            <p:ph type="title"/>
          </p:nvPr>
        </p:nvSpPr>
        <p:spPr>
          <a:xfrm>
            <a:off x="199009" y="100232"/>
            <a:ext cx="7953318" cy="692668"/>
          </a:xfrm>
          <a:prstGeom prst="rect">
            <a:avLst/>
          </a:prstGeom>
        </p:spPr>
        <p:txBody>
          <a:bodyPr spcFirstLastPara="1" wrap="square" lIns="91425" tIns="0" rIns="91425" bIns="91425" anchor="t" anchorCtr="0">
            <a:noAutofit/>
          </a:bodyPr>
          <a:lstStyle/>
          <a:p>
            <a:pPr marL="0" lvl="0" indent="0" algn="l" rtl="0">
              <a:spcBef>
                <a:spcPts val="0"/>
              </a:spcBef>
              <a:spcAft>
                <a:spcPts val="0"/>
              </a:spcAft>
              <a:buClr>
                <a:schemeClr val="dk1"/>
              </a:buClr>
              <a:buSzPts val="1100"/>
              <a:buFont typeface="Arial"/>
              <a:buNone/>
            </a:pPr>
            <a:r>
              <a:rPr lang="en-US" sz="1600" dirty="0">
                <a:solidFill>
                  <a:schemeClr val="tx1"/>
                </a:solidFill>
                <a:latin typeface="Aptos" panose="020B0004020202020204" pitchFamily="34" charset="0"/>
              </a:rPr>
              <a:t>  Exploratory Data Analysis (EDA) (cont’d)</a:t>
            </a:r>
            <a:br>
              <a:rPr lang="en-US" sz="1600" dirty="0">
                <a:solidFill>
                  <a:schemeClr val="tx1"/>
                </a:solidFill>
                <a:latin typeface="Aptos" panose="020B0004020202020204" pitchFamily="34" charset="0"/>
              </a:rPr>
            </a:br>
            <a:r>
              <a:rPr lang="en-US" sz="1000" dirty="0">
                <a:solidFill>
                  <a:schemeClr val="tx1"/>
                </a:solidFill>
                <a:latin typeface="Aptos" panose="020B0004020202020204" pitchFamily="34" charset="0"/>
              </a:rPr>
              <a:t>EDA allows users to interact with the data intuitively and visually explore trends and patterns, understand data distributions across water and health indicators using historical data from 2006 to 2021, covering 140 countries and seven global regions. This section helps users generate hypotheses and build a deeper understanding of the dataset before conducting more detailed or targeted analyses.</a:t>
            </a:r>
            <a:br>
              <a:rPr lang="en-US" sz="1000" dirty="0">
                <a:solidFill>
                  <a:schemeClr val="tx1"/>
                </a:solidFill>
                <a:latin typeface="Aptos" panose="020B0004020202020204" pitchFamily="34" charset="0"/>
              </a:rPr>
            </a:br>
            <a:endParaRPr sz="1000" dirty="0">
              <a:solidFill>
                <a:schemeClr val="tx1"/>
              </a:solidFill>
              <a:latin typeface="Aptos" panose="020B0004020202020204" pitchFamily="34" charset="0"/>
            </a:endParaRPr>
          </a:p>
        </p:txBody>
      </p:sp>
      <p:pic>
        <p:nvPicPr>
          <p:cNvPr id="279" name="Google Shape;279;p33">
            <a:extLst>
              <a:ext uri="{FF2B5EF4-FFF2-40B4-BE49-F238E27FC236}">
                <a16:creationId xmlns:a16="http://schemas.microsoft.com/office/drawing/2014/main" id="{B2FA0001-DFA3-75A0-1197-E7E5C2644779}"/>
              </a:ext>
            </a:extLst>
          </p:cNvPr>
          <p:cNvPicPr preferRelativeResize="0"/>
          <p:nvPr/>
        </p:nvPicPr>
        <p:blipFill rotWithShape="1">
          <a:blip r:embed="rId3">
            <a:alphaModFix/>
          </a:blip>
          <a:srcRect l="63603" r="-182"/>
          <a:stretch/>
        </p:blipFill>
        <p:spPr>
          <a:xfrm>
            <a:off x="0" y="1207699"/>
            <a:ext cx="4607302" cy="2300850"/>
          </a:xfrm>
          <a:prstGeom prst="rect">
            <a:avLst/>
          </a:prstGeom>
          <a:noFill/>
          <a:ln>
            <a:noFill/>
          </a:ln>
        </p:spPr>
      </p:pic>
      <p:pic>
        <p:nvPicPr>
          <p:cNvPr id="3" name="Picture 2">
            <a:extLst>
              <a:ext uri="{FF2B5EF4-FFF2-40B4-BE49-F238E27FC236}">
                <a16:creationId xmlns:a16="http://schemas.microsoft.com/office/drawing/2014/main" id="{F85CCE4C-53C5-675C-2E23-F2CAA8EF2614}"/>
              </a:ext>
            </a:extLst>
          </p:cNvPr>
          <p:cNvPicPr>
            <a:picLocks noChangeAspect="1"/>
          </p:cNvPicPr>
          <p:nvPr/>
        </p:nvPicPr>
        <p:blipFill>
          <a:blip r:embed="rId4"/>
          <a:stretch>
            <a:fillRect/>
          </a:stretch>
        </p:blipFill>
        <p:spPr>
          <a:xfrm>
            <a:off x="128790" y="1156184"/>
            <a:ext cx="6948766" cy="3713118"/>
          </a:xfrm>
          <a:prstGeom prst="rect">
            <a:avLst/>
          </a:prstGeom>
        </p:spPr>
      </p:pic>
      <p:sp>
        <p:nvSpPr>
          <p:cNvPr id="4" name="Rectangle 3">
            <a:extLst>
              <a:ext uri="{FF2B5EF4-FFF2-40B4-BE49-F238E27FC236}">
                <a16:creationId xmlns:a16="http://schemas.microsoft.com/office/drawing/2014/main" id="{CB70E0FF-BB4E-5D8F-AF39-E5A06C3A6C5C}"/>
              </a:ext>
            </a:extLst>
          </p:cNvPr>
          <p:cNvSpPr/>
          <p:nvPr/>
        </p:nvSpPr>
        <p:spPr>
          <a:xfrm>
            <a:off x="7190704" y="1314181"/>
            <a:ext cx="1923245" cy="34472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3) Data Table: Display detailed data for any country/ region based on the selected parameters from the chosen indicator.  </a:t>
            </a:r>
          </a:p>
        </p:txBody>
      </p:sp>
      <p:pic>
        <p:nvPicPr>
          <p:cNvPr id="6" name="Graphic 5" descr="Badge 3 outline">
            <a:extLst>
              <a:ext uri="{FF2B5EF4-FFF2-40B4-BE49-F238E27FC236}">
                <a16:creationId xmlns:a16="http://schemas.microsoft.com/office/drawing/2014/main" id="{D1CD4FCF-2A06-9C4F-20B8-673C59C18D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2883" y="1397398"/>
            <a:ext cx="665409" cy="631065"/>
          </a:xfrm>
          <a:prstGeom prst="rect">
            <a:avLst/>
          </a:prstGeom>
        </p:spPr>
      </p:pic>
    </p:spTree>
    <p:extLst>
      <p:ext uri="{BB962C8B-B14F-4D97-AF65-F5344CB8AC3E}">
        <p14:creationId xmlns:p14="http://schemas.microsoft.com/office/powerpoint/2010/main" val="245493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瀑布图&#10;&#10;AI 生成的内容可能不正确。">
            <a:extLst>
              <a:ext uri="{FF2B5EF4-FFF2-40B4-BE49-F238E27FC236}">
                <a16:creationId xmlns:a16="http://schemas.microsoft.com/office/drawing/2014/main" id="{D421B170-6F18-FDBE-1E52-1369A57E1125}"/>
              </a:ext>
            </a:extLst>
          </p:cNvPr>
          <p:cNvPicPr>
            <a:picLocks noChangeAspect="1"/>
          </p:cNvPicPr>
          <p:nvPr/>
        </p:nvPicPr>
        <p:blipFill>
          <a:blip r:embed="rId3"/>
          <a:stretch>
            <a:fillRect/>
          </a:stretch>
        </p:blipFill>
        <p:spPr>
          <a:xfrm>
            <a:off x="149713" y="860684"/>
            <a:ext cx="6820174" cy="4035381"/>
          </a:xfrm>
          <a:prstGeom prst="rect">
            <a:avLst/>
          </a:prstGeom>
        </p:spPr>
      </p:pic>
      <p:sp>
        <p:nvSpPr>
          <p:cNvPr id="2" name="TextBox 1">
            <a:extLst>
              <a:ext uri="{FF2B5EF4-FFF2-40B4-BE49-F238E27FC236}">
                <a16:creationId xmlns:a16="http://schemas.microsoft.com/office/drawing/2014/main" id="{05C3DFA3-8301-4CAD-3411-46E6C2439841}"/>
              </a:ext>
            </a:extLst>
          </p:cNvPr>
          <p:cNvSpPr txBox="1"/>
          <p:nvPr/>
        </p:nvSpPr>
        <p:spPr>
          <a:xfrm>
            <a:off x="244700" y="0"/>
            <a:ext cx="8899300" cy="81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202020"/>
                </a:solidFill>
                <a:latin typeface="Aptos"/>
              </a:rPr>
              <a:t>   Panel Data Modeling- Model Builder</a:t>
            </a:r>
            <a:br>
              <a:rPr lang="en-US" sz="1000" dirty="0">
                <a:latin typeface="Aptos"/>
              </a:rPr>
            </a:br>
            <a:r>
              <a:rPr lang="en-US" sz="1000" b="1" dirty="0">
                <a:solidFill>
                  <a:srgbClr val="202020"/>
                </a:solidFill>
                <a:latin typeface="Aptos"/>
              </a:rPr>
              <a:t>This part allows users to analyze data that combines across-region and time-series.</a:t>
            </a:r>
            <a:r>
              <a:rPr lang="en-US" sz="1100" dirty="0"/>
              <a:t> </a:t>
            </a:r>
            <a:r>
              <a:rPr lang="en-US" sz="1000" b="1" dirty="0">
                <a:solidFill>
                  <a:srgbClr val="202020"/>
                </a:solidFill>
                <a:latin typeface="Aptos"/>
              </a:rPr>
              <a:t>It provides more informative data, more variability, and more complex relationships than purely cross-sectional or time-series data. Users can select and build customized panel data models: Fixed Effects, Random Effects, Pooled OLS, Fixed effects with Time, and Dynamic panel. It provides users with flexibility to test various approaches.</a:t>
            </a:r>
          </a:p>
        </p:txBody>
      </p:sp>
      <p:pic>
        <p:nvPicPr>
          <p:cNvPr id="5" name="Graphic 4" descr="Badge 1 outline">
            <a:extLst>
              <a:ext uri="{FF2B5EF4-FFF2-40B4-BE49-F238E27FC236}">
                <a16:creationId xmlns:a16="http://schemas.microsoft.com/office/drawing/2014/main" id="{E533823B-91E2-B7C8-B82B-3F57A9A594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32068" y="1214906"/>
            <a:ext cx="646359" cy="646359"/>
          </a:xfrm>
          <a:prstGeom prst="rect">
            <a:avLst/>
          </a:prstGeom>
        </p:spPr>
      </p:pic>
      <p:pic>
        <p:nvPicPr>
          <p:cNvPr id="7" name="Graphic 6" descr="Badge outline">
            <a:extLst>
              <a:ext uri="{FF2B5EF4-FFF2-40B4-BE49-F238E27FC236}">
                <a16:creationId xmlns:a16="http://schemas.microsoft.com/office/drawing/2014/main" id="{516AED81-39B6-3CDB-FC51-C55D4263D3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46233" y="2206579"/>
            <a:ext cx="569085" cy="569085"/>
          </a:xfrm>
          <a:prstGeom prst="rect">
            <a:avLst/>
          </a:prstGeom>
        </p:spPr>
      </p:pic>
      <p:pic>
        <p:nvPicPr>
          <p:cNvPr id="9" name="Graphic 8" descr="Badge 3 outline">
            <a:extLst>
              <a:ext uri="{FF2B5EF4-FFF2-40B4-BE49-F238E27FC236}">
                <a16:creationId xmlns:a16="http://schemas.microsoft.com/office/drawing/2014/main" id="{926B577D-BDE9-CF20-A0EE-1354E6EFFE3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72000" y="3748273"/>
            <a:ext cx="914400" cy="914400"/>
          </a:xfrm>
          <a:prstGeom prst="rect">
            <a:avLst/>
          </a:prstGeom>
        </p:spPr>
      </p:pic>
      <p:sp>
        <p:nvSpPr>
          <p:cNvPr id="11" name="Rectangle 10">
            <a:extLst>
              <a:ext uri="{FF2B5EF4-FFF2-40B4-BE49-F238E27FC236}">
                <a16:creationId xmlns:a16="http://schemas.microsoft.com/office/drawing/2014/main" id="{490E463E-A2BE-0B03-968E-2693F70677F7}"/>
              </a:ext>
            </a:extLst>
          </p:cNvPr>
          <p:cNvSpPr/>
          <p:nvPr/>
        </p:nvSpPr>
        <p:spPr>
          <a:xfrm>
            <a:off x="7053330" y="815608"/>
            <a:ext cx="1878709" cy="41255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solidFill>
                  <a:schemeClr val="tx1"/>
                </a:solidFill>
              </a:rPr>
              <a:t>1) Options for Model Settings.</a:t>
            </a:r>
          </a:p>
          <a:p>
            <a:r>
              <a:rPr lang="en-US" sz="900" b="1" dirty="0">
                <a:solidFill>
                  <a:schemeClr val="tx1"/>
                </a:solidFill>
              </a:rPr>
              <a:t>User can:</a:t>
            </a:r>
          </a:p>
          <a:p>
            <a:pPr marL="228600" indent="-228600">
              <a:buAutoNum type="alphaLcPeriod"/>
            </a:pPr>
            <a:r>
              <a:rPr lang="en-US" sz="900" b="1" dirty="0">
                <a:solidFill>
                  <a:schemeClr val="tx1"/>
                </a:solidFill>
              </a:rPr>
              <a:t>Select one dependent variable: any one of disease indicators</a:t>
            </a:r>
          </a:p>
          <a:p>
            <a:pPr marL="228600" indent="-228600">
              <a:buAutoNum type="alphaLcPeriod"/>
            </a:pPr>
            <a:r>
              <a:rPr lang="en-US" sz="900" b="1" dirty="0">
                <a:solidFill>
                  <a:schemeClr val="tx1"/>
                </a:solidFill>
              </a:rPr>
              <a:t>Select one Model Type</a:t>
            </a:r>
          </a:p>
          <a:p>
            <a:pPr marL="228600" indent="-228600">
              <a:buAutoNum type="alphaLcPeriod"/>
            </a:pPr>
            <a:r>
              <a:rPr lang="en-US" sz="900" b="1" dirty="0">
                <a:solidFill>
                  <a:schemeClr val="tx1"/>
                </a:solidFill>
              </a:rPr>
              <a:t>Select multiple independent variables: water indicators</a:t>
            </a:r>
          </a:p>
          <a:p>
            <a:pPr marL="228600" indent="-228600">
              <a:buAutoNum type="alphaLcPeriod"/>
            </a:pPr>
            <a:r>
              <a:rPr lang="en-US" sz="900" b="1" dirty="0">
                <a:solidFill>
                  <a:schemeClr val="tx1"/>
                </a:solidFill>
              </a:rPr>
              <a:t>Select year range between 2006 and 2021</a:t>
            </a:r>
          </a:p>
          <a:p>
            <a:pPr marL="228600" indent="-228600">
              <a:buAutoNum type="alphaLcPeriod"/>
            </a:pPr>
            <a:r>
              <a:rPr lang="en-US" sz="900" b="1" dirty="0">
                <a:solidFill>
                  <a:schemeClr val="tx1"/>
                </a:solidFill>
              </a:rPr>
              <a:t>Select all regions/ any one region</a:t>
            </a:r>
          </a:p>
          <a:p>
            <a:pPr marL="228600" indent="-228600">
              <a:buAutoNum type="alphaLcPeriod"/>
            </a:pPr>
            <a:r>
              <a:rPr lang="en-US" sz="900" b="1" dirty="0">
                <a:solidFill>
                  <a:schemeClr val="tx1"/>
                </a:solidFill>
              </a:rPr>
              <a:t>User is not able to select country</a:t>
            </a:r>
          </a:p>
          <a:p>
            <a:endParaRPr lang="en-US" sz="900" b="1" dirty="0">
              <a:solidFill>
                <a:schemeClr val="tx1"/>
              </a:solidFill>
            </a:endParaRPr>
          </a:p>
          <a:p>
            <a:endParaRPr lang="en-US" sz="900" b="1" dirty="0">
              <a:solidFill>
                <a:schemeClr val="tx1"/>
              </a:solidFill>
            </a:endParaRPr>
          </a:p>
          <a:p>
            <a:r>
              <a:rPr lang="en-US" sz="900" b="1" dirty="0">
                <a:solidFill>
                  <a:schemeClr val="tx1"/>
                </a:solidFill>
              </a:rPr>
              <a:t>2) Model Statistics: Help users evaluate the performance, significance, and appropriateness of the model.</a:t>
            </a:r>
          </a:p>
          <a:p>
            <a:endParaRPr lang="en-US" sz="900" b="1" dirty="0">
              <a:solidFill>
                <a:schemeClr val="tx1"/>
              </a:solidFill>
            </a:endParaRPr>
          </a:p>
          <a:p>
            <a:r>
              <a:rPr lang="en-US" sz="900" b="1" dirty="0">
                <a:solidFill>
                  <a:schemeClr val="tx1"/>
                </a:solidFill>
              </a:rPr>
              <a:t>3) Model Summary: Help users identify the water indictors have significant associations with the disease indicator.</a:t>
            </a:r>
          </a:p>
          <a:p>
            <a:endParaRPr lang="en-US" sz="900" b="1" dirty="0">
              <a:solidFill>
                <a:schemeClr val="tx1"/>
              </a:solidFill>
            </a:endParaRPr>
          </a:p>
        </p:txBody>
      </p:sp>
      <p:sp>
        <p:nvSpPr>
          <p:cNvPr id="12" name="Rectangle 11">
            <a:extLst>
              <a:ext uri="{FF2B5EF4-FFF2-40B4-BE49-F238E27FC236}">
                <a16:creationId xmlns:a16="http://schemas.microsoft.com/office/drawing/2014/main" id="{6553B0FA-C707-DAD4-A79B-FA46FD781B8A}"/>
              </a:ext>
            </a:extLst>
          </p:cNvPr>
          <p:cNvSpPr/>
          <p:nvPr/>
        </p:nvSpPr>
        <p:spPr>
          <a:xfrm>
            <a:off x="2090670" y="1725769"/>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Rectangle 12">
            <a:extLst>
              <a:ext uri="{FF2B5EF4-FFF2-40B4-BE49-F238E27FC236}">
                <a16:creationId xmlns:a16="http://schemas.microsoft.com/office/drawing/2014/main" id="{6EDAF447-7091-6D22-2F1E-6E6B329A236A}"/>
              </a:ext>
            </a:extLst>
          </p:cNvPr>
          <p:cNvSpPr/>
          <p:nvPr/>
        </p:nvSpPr>
        <p:spPr>
          <a:xfrm>
            <a:off x="2111865" y="2041622"/>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4" name="Rectangle 13">
            <a:extLst>
              <a:ext uri="{FF2B5EF4-FFF2-40B4-BE49-F238E27FC236}">
                <a16:creationId xmlns:a16="http://schemas.microsoft.com/office/drawing/2014/main" id="{BB38CA2B-3232-20B1-15B4-BB0D653D8206}"/>
              </a:ext>
            </a:extLst>
          </p:cNvPr>
          <p:cNvSpPr/>
          <p:nvPr/>
        </p:nvSpPr>
        <p:spPr>
          <a:xfrm>
            <a:off x="2174113" y="2640168"/>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5" name="Rectangle 14">
            <a:extLst>
              <a:ext uri="{FF2B5EF4-FFF2-40B4-BE49-F238E27FC236}">
                <a16:creationId xmlns:a16="http://schemas.microsoft.com/office/drawing/2014/main" id="{957CC49A-EB3B-D5CF-E8BA-07683D7D5902}"/>
              </a:ext>
            </a:extLst>
          </p:cNvPr>
          <p:cNvSpPr/>
          <p:nvPr/>
        </p:nvSpPr>
        <p:spPr>
          <a:xfrm>
            <a:off x="2210873" y="3486819"/>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6" name="Rectangle 15">
            <a:extLst>
              <a:ext uri="{FF2B5EF4-FFF2-40B4-BE49-F238E27FC236}">
                <a16:creationId xmlns:a16="http://schemas.microsoft.com/office/drawing/2014/main" id="{D846B900-9B74-0562-E89E-8BE683AE0F1C}"/>
              </a:ext>
            </a:extLst>
          </p:cNvPr>
          <p:cNvSpPr/>
          <p:nvPr/>
        </p:nvSpPr>
        <p:spPr>
          <a:xfrm>
            <a:off x="1970467" y="3748273"/>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7" name="Rectangle 16">
            <a:extLst>
              <a:ext uri="{FF2B5EF4-FFF2-40B4-BE49-F238E27FC236}">
                <a16:creationId xmlns:a16="http://schemas.microsoft.com/office/drawing/2014/main" id="{C7F036C5-66A1-230E-2310-0F3A6F9CF104}"/>
              </a:ext>
            </a:extLst>
          </p:cNvPr>
          <p:cNvSpPr/>
          <p:nvPr/>
        </p:nvSpPr>
        <p:spPr>
          <a:xfrm>
            <a:off x="2053910" y="4052731"/>
            <a:ext cx="240406" cy="13549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Tree>
    <p:extLst>
      <p:ext uri="{BB962C8B-B14F-4D97-AF65-F5344CB8AC3E}">
        <p14:creationId xmlns:p14="http://schemas.microsoft.com/office/powerpoint/2010/main" val="447988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10;&#10;AI 生成的内容可能不正确。">
            <a:extLst>
              <a:ext uri="{FF2B5EF4-FFF2-40B4-BE49-F238E27FC236}">
                <a16:creationId xmlns:a16="http://schemas.microsoft.com/office/drawing/2014/main" id="{E2AF3D4A-A310-94E2-D061-CB18B102E831}"/>
              </a:ext>
            </a:extLst>
          </p:cNvPr>
          <p:cNvPicPr>
            <a:picLocks noChangeAspect="1"/>
          </p:cNvPicPr>
          <p:nvPr/>
        </p:nvPicPr>
        <p:blipFill>
          <a:blip r:embed="rId3"/>
          <a:stretch>
            <a:fillRect/>
          </a:stretch>
        </p:blipFill>
        <p:spPr>
          <a:xfrm>
            <a:off x="120203" y="713435"/>
            <a:ext cx="6808630" cy="4219441"/>
          </a:xfrm>
          <a:prstGeom prst="rect">
            <a:avLst/>
          </a:prstGeom>
        </p:spPr>
      </p:pic>
      <p:sp>
        <p:nvSpPr>
          <p:cNvPr id="6" name="TextBox 5">
            <a:extLst>
              <a:ext uri="{FF2B5EF4-FFF2-40B4-BE49-F238E27FC236}">
                <a16:creationId xmlns:a16="http://schemas.microsoft.com/office/drawing/2014/main" id="{FDEF88D4-FEB4-E320-0FFA-5D6A50840EF3}"/>
              </a:ext>
            </a:extLst>
          </p:cNvPr>
          <p:cNvSpPr txBox="1"/>
          <p:nvPr/>
        </p:nvSpPr>
        <p:spPr>
          <a:xfrm>
            <a:off x="77274" y="74564"/>
            <a:ext cx="8985159" cy="661720"/>
          </a:xfrm>
          <a:prstGeom prst="rect">
            <a:avLst/>
          </a:prstGeom>
          <a:noFill/>
        </p:spPr>
        <p:txBody>
          <a:bodyPr wrap="square">
            <a:spAutoFit/>
          </a:bodyPr>
          <a:lstStyle/>
          <a:p>
            <a:r>
              <a:rPr lang="en-US" sz="1600" b="1" dirty="0">
                <a:solidFill>
                  <a:srgbClr val="202020"/>
                </a:solidFill>
                <a:latin typeface="Aptos"/>
              </a:rPr>
              <a:t>   Panel Data Modeling- Model Comparison</a:t>
            </a:r>
            <a:br>
              <a:rPr lang="en-US" sz="1400" dirty="0">
                <a:latin typeface="Aptos"/>
              </a:rPr>
            </a:br>
            <a:r>
              <a:rPr lang="en-US" sz="1000" b="1" dirty="0">
                <a:solidFill>
                  <a:srgbClr val="202020"/>
                </a:solidFill>
                <a:latin typeface="Aptos" panose="020B0004020202020204" pitchFamily="34" charset="0"/>
              </a:rPr>
              <a:t>This part allows users to analyze data that combines across-region and time-series.</a:t>
            </a:r>
            <a:r>
              <a:rPr lang="en-US" sz="1000" dirty="0">
                <a:latin typeface="Aptos" panose="020B0004020202020204" pitchFamily="34" charset="0"/>
              </a:rPr>
              <a:t> </a:t>
            </a:r>
            <a:r>
              <a:rPr lang="en-US" sz="1000" b="1" dirty="0">
                <a:solidFill>
                  <a:srgbClr val="202020"/>
                </a:solidFill>
                <a:latin typeface="Aptos" panose="020B0004020202020204" pitchFamily="34" charset="0"/>
              </a:rPr>
              <a:t>It provides more informative data, more variability, and more complex relationships than purely cross-sectional or time-series data. It allows user to select multiple models to make side-by-side comparisons.</a:t>
            </a:r>
          </a:p>
        </p:txBody>
      </p:sp>
      <p:sp>
        <p:nvSpPr>
          <p:cNvPr id="7" name="Rectangle 6">
            <a:extLst>
              <a:ext uri="{FF2B5EF4-FFF2-40B4-BE49-F238E27FC236}">
                <a16:creationId xmlns:a16="http://schemas.microsoft.com/office/drawing/2014/main" id="{0D722C13-A1B5-8932-3F63-687BEB7F9F25}"/>
              </a:ext>
            </a:extLst>
          </p:cNvPr>
          <p:cNvSpPr/>
          <p:nvPr/>
        </p:nvSpPr>
        <p:spPr>
          <a:xfrm>
            <a:off x="7016840" y="720895"/>
            <a:ext cx="2133599" cy="43729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for Model Comparison.</a:t>
            </a:r>
          </a:p>
          <a:p>
            <a:r>
              <a:rPr lang="en-US" sz="900" b="1" dirty="0">
                <a:solidFill>
                  <a:schemeClr val="tx1"/>
                </a:solidFill>
              </a:rPr>
              <a:t>User can:</a:t>
            </a:r>
          </a:p>
          <a:p>
            <a:pPr marL="228600" indent="-228600">
              <a:buAutoNum type="alphaLcPeriod"/>
            </a:pPr>
            <a:r>
              <a:rPr lang="en-US" sz="900" b="1" dirty="0">
                <a:solidFill>
                  <a:schemeClr val="tx1"/>
                </a:solidFill>
              </a:rPr>
              <a:t>Select one dependent variable: any one of disease indicator</a:t>
            </a:r>
          </a:p>
          <a:p>
            <a:pPr marL="228600" indent="-228600">
              <a:buAutoNum type="alphaLcPeriod"/>
            </a:pPr>
            <a:r>
              <a:rPr lang="en-US" sz="900" b="1" dirty="0">
                <a:solidFill>
                  <a:schemeClr val="tx1"/>
                </a:solidFill>
              </a:rPr>
              <a:t>Select multiple Model Types they wish to make comparison</a:t>
            </a:r>
          </a:p>
          <a:p>
            <a:pPr marL="228600" indent="-228600">
              <a:buAutoNum type="alphaLcPeriod"/>
            </a:pPr>
            <a:r>
              <a:rPr lang="en-US" sz="900" b="1" dirty="0">
                <a:solidFill>
                  <a:schemeClr val="tx1"/>
                </a:solidFill>
              </a:rPr>
              <a:t>Select multiple independent variables: water indicators</a:t>
            </a:r>
          </a:p>
          <a:p>
            <a:pPr marL="228600" indent="-228600">
              <a:buFont typeface="Arial"/>
              <a:buAutoNum type="alphaLcPeriod"/>
            </a:pPr>
            <a:r>
              <a:rPr lang="en-US" sz="900" b="1" dirty="0">
                <a:solidFill>
                  <a:schemeClr val="tx1"/>
                </a:solidFill>
              </a:rPr>
              <a:t>Select year range between 2006 and 2021</a:t>
            </a:r>
          </a:p>
          <a:p>
            <a:pPr marL="228600" indent="-228600">
              <a:buAutoNum type="alphaLcPeriod"/>
            </a:pPr>
            <a:r>
              <a:rPr lang="en-US" sz="900" b="1" dirty="0">
                <a:solidFill>
                  <a:schemeClr val="tx1"/>
                </a:solidFill>
              </a:rPr>
              <a:t>Select all regions/ any one region</a:t>
            </a:r>
          </a:p>
          <a:p>
            <a:pPr marL="228600" indent="-228600">
              <a:buFont typeface="Arial"/>
              <a:buAutoNum type="alphaLcPeriod"/>
            </a:pPr>
            <a:r>
              <a:rPr lang="en-US" sz="900" b="1" dirty="0">
                <a:solidFill>
                  <a:schemeClr val="tx1"/>
                </a:solidFill>
              </a:rPr>
              <a:t>User is not able to select country</a:t>
            </a:r>
          </a:p>
          <a:p>
            <a:endParaRPr lang="en-US" sz="900" b="1" dirty="0">
              <a:solidFill>
                <a:schemeClr val="tx1"/>
              </a:solidFill>
            </a:endParaRPr>
          </a:p>
          <a:p>
            <a:endParaRPr lang="en-US" sz="900" b="1" dirty="0">
              <a:solidFill>
                <a:schemeClr val="tx1"/>
              </a:solidFill>
            </a:endParaRPr>
          </a:p>
          <a:p>
            <a:r>
              <a:rPr lang="en-US" sz="900" b="1" dirty="0">
                <a:solidFill>
                  <a:schemeClr val="tx1"/>
                </a:solidFill>
              </a:rPr>
              <a:t>2) Model statistics Comparison: Indicates how much variation in the dependent variable is explained by the model.</a:t>
            </a:r>
          </a:p>
        </p:txBody>
      </p:sp>
      <p:pic>
        <p:nvPicPr>
          <p:cNvPr id="9" name="Graphic 8" descr="Badge 1 outline">
            <a:extLst>
              <a:ext uri="{FF2B5EF4-FFF2-40B4-BE49-F238E27FC236}">
                <a16:creationId xmlns:a16="http://schemas.microsoft.com/office/drawing/2014/main" id="{E6A2DE55-E3C4-F63E-878D-6265C5A95A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28423" y="720895"/>
            <a:ext cx="914400" cy="914400"/>
          </a:xfrm>
          <a:prstGeom prst="rect">
            <a:avLst/>
          </a:prstGeom>
        </p:spPr>
      </p:pic>
      <p:pic>
        <p:nvPicPr>
          <p:cNvPr id="11" name="Graphic 10" descr="Badge outline">
            <a:extLst>
              <a:ext uri="{FF2B5EF4-FFF2-40B4-BE49-F238E27FC236}">
                <a16:creationId xmlns:a16="http://schemas.microsoft.com/office/drawing/2014/main" id="{04730D56-86AE-CC01-41A2-7186988491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75409" y="3720116"/>
            <a:ext cx="914400" cy="914400"/>
          </a:xfrm>
          <a:prstGeom prst="rect">
            <a:avLst/>
          </a:prstGeom>
        </p:spPr>
      </p:pic>
      <p:sp>
        <p:nvSpPr>
          <p:cNvPr id="12" name="Rectangle 11">
            <a:extLst>
              <a:ext uri="{FF2B5EF4-FFF2-40B4-BE49-F238E27FC236}">
                <a16:creationId xmlns:a16="http://schemas.microsoft.com/office/drawing/2014/main" id="{B03B698C-B728-0C7E-EF3A-F441BC0EAAF2}"/>
              </a:ext>
            </a:extLst>
          </p:cNvPr>
          <p:cNvSpPr/>
          <p:nvPr/>
        </p:nvSpPr>
        <p:spPr>
          <a:xfrm>
            <a:off x="1940417" y="1519707"/>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Rectangle 12">
            <a:extLst>
              <a:ext uri="{FF2B5EF4-FFF2-40B4-BE49-F238E27FC236}">
                <a16:creationId xmlns:a16="http://schemas.microsoft.com/office/drawing/2014/main" id="{DE316E63-5F5D-760E-2CAB-9EAF48F16788}"/>
              </a:ext>
            </a:extLst>
          </p:cNvPr>
          <p:cNvSpPr/>
          <p:nvPr/>
        </p:nvSpPr>
        <p:spPr>
          <a:xfrm>
            <a:off x="2092817" y="1855415"/>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4" name="Rectangle 13">
            <a:extLst>
              <a:ext uri="{FF2B5EF4-FFF2-40B4-BE49-F238E27FC236}">
                <a16:creationId xmlns:a16="http://schemas.microsoft.com/office/drawing/2014/main" id="{C05BF310-B8BB-D388-219A-1D3BA5088076}"/>
              </a:ext>
            </a:extLst>
          </p:cNvPr>
          <p:cNvSpPr/>
          <p:nvPr/>
        </p:nvSpPr>
        <p:spPr>
          <a:xfrm>
            <a:off x="2122868" y="2672902"/>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5" name="Rectangle 14">
            <a:extLst>
              <a:ext uri="{FF2B5EF4-FFF2-40B4-BE49-F238E27FC236}">
                <a16:creationId xmlns:a16="http://schemas.microsoft.com/office/drawing/2014/main" id="{ADF88F57-B822-6724-3B6B-416F29BCE18C}"/>
              </a:ext>
            </a:extLst>
          </p:cNvPr>
          <p:cNvSpPr/>
          <p:nvPr/>
        </p:nvSpPr>
        <p:spPr>
          <a:xfrm>
            <a:off x="2335369" y="3340135"/>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6" name="Rectangle 15">
            <a:extLst>
              <a:ext uri="{FF2B5EF4-FFF2-40B4-BE49-F238E27FC236}">
                <a16:creationId xmlns:a16="http://schemas.microsoft.com/office/drawing/2014/main" id="{F4238D3E-796C-8280-A0B2-8DF54003225D}"/>
              </a:ext>
            </a:extLst>
          </p:cNvPr>
          <p:cNvSpPr/>
          <p:nvPr/>
        </p:nvSpPr>
        <p:spPr>
          <a:xfrm>
            <a:off x="2034862" y="3860763"/>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7" name="Rectangle 16">
            <a:extLst>
              <a:ext uri="{FF2B5EF4-FFF2-40B4-BE49-F238E27FC236}">
                <a16:creationId xmlns:a16="http://schemas.microsoft.com/office/drawing/2014/main" id="{93F63BE9-238A-6787-35E4-9E5C8005B1A7}"/>
              </a:ext>
            </a:extLst>
          </p:cNvPr>
          <p:cNvSpPr/>
          <p:nvPr/>
        </p:nvSpPr>
        <p:spPr>
          <a:xfrm>
            <a:off x="2072427" y="4177316"/>
            <a:ext cx="300507" cy="15025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spTree>
    <p:extLst>
      <p:ext uri="{BB962C8B-B14F-4D97-AF65-F5344CB8AC3E}">
        <p14:creationId xmlns:p14="http://schemas.microsoft.com/office/powerpoint/2010/main" val="1820622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形用户界面, 应用程序&#10;&#10;AI 生成的内容可能不正确。">
            <a:extLst>
              <a:ext uri="{FF2B5EF4-FFF2-40B4-BE49-F238E27FC236}">
                <a16:creationId xmlns:a16="http://schemas.microsoft.com/office/drawing/2014/main" id="{8247171C-4916-7357-FBB0-65DA59E9094A}"/>
              </a:ext>
            </a:extLst>
          </p:cNvPr>
          <p:cNvPicPr>
            <a:picLocks noChangeAspect="1"/>
          </p:cNvPicPr>
          <p:nvPr/>
        </p:nvPicPr>
        <p:blipFill>
          <a:blip r:embed="rId2"/>
          <a:stretch>
            <a:fillRect/>
          </a:stretch>
        </p:blipFill>
        <p:spPr>
          <a:xfrm>
            <a:off x="30051" y="889328"/>
            <a:ext cx="7091061" cy="4034545"/>
          </a:xfrm>
          <a:prstGeom prst="rect">
            <a:avLst/>
          </a:prstGeom>
        </p:spPr>
      </p:pic>
      <p:sp>
        <p:nvSpPr>
          <p:cNvPr id="6" name="TextBox 5">
            <a:extLst>
              <a:ext uri="{FF2B5EF4-FFF2-40B4-BE49-F238E27FC236}">
                <a16:creationId xmlns:a16="http://schemas.microsoft.com/office/drawing/2014/main" id="{8D8B015D-38F2-4599-658B-34401B084149}"/>
              </a:ext>
            </a:extLst>
          </p:cNvPr>
          <p:cNvSpPr txBox="1"/>
          <p:nvPr/>
        </p:nvSpPr>
        <p:spPr>
          <a:xfrm>
            <a:off x="198381" y="57180"/>
            <a:ext cx="8975670" cy="846386"/>
          </a:xfrm>
          <a:prstGeom prst="rect">
            <a:avLst/>
          </a:prstGeom>
          <a:noFill/>
        </p:spPr>
        <p:txBody>
          <a:bodyPr wrap="square">
            <a:spAutoFit/>
          </a:bodyPr>
          <a:lstStyle/>
          <a:p>
            <a:r>
              <a:rPr lang="en-US" sz="2800" b="1" dirty="0">
                <a:solidFill>
                  <a:srgbClr val="202020"/>
                </a:solidFill>
                <a:latin typeface="Aptos"/>
              </a:rPr>
              <a:t> </a:t>
            </a:r>
            <a:r>
              <a:rPr lang="en-US" sz="1600" b="1" dirty="0">
                <a:solidFill>
                  <a:srgbClr val="202020"/>
                </a:solidFill>
                <a:latin typeface="Aptos"/>
              </a:rPr>
              <a:t>Panel Data Modeling- Year Analysis</a:t>
            </a:r>
            <a:br>
              <a:rPr lang="en-US" sz="2400" dirty="0">
                <a:latin typeface="Aptos"/>
              </a:rPr>
            </a:br>
            <a:r>
              <a:rPr lang="en-US" sz="1000" b="1" dirty="0">
                <a:solidFill>
                  <a:srgbClr val="202020"/>
                </a:solidFill>
                <a:latin typeface="Aptos" panose="020B0004020202020204" pitchFamily="34" charset="0"/>
              </a:rPr>
              <a:t>This part allows users to analyze data that combines across-region and time-series.</a:t>
            </a:r>
            <a:r>
              <a:rPr lang="en-US" sz="1000" dirty="0">
                <a:latin typeface="Aptos" panose="020B0004020202020204" pitchFamily="34" charset="0"/>
              </a:rPr>
              <a:t> </a:t>
            </a:r>
            <a:r>
              <a:rPr lang="en-US" sz="1000" b="1" dirty="0">
                <a:solidFill>
                  <a:srgbClr val="202020"/>
                </a:solidFill>
                <a:latin typeface="Aptos" panose="020B0004020202020204" pitchFamily="34" charset="0"/>
              </a:rPr>
              <a:t>It provides more informative data, more variability, and more complex relationships than purely cross-sectional or time-series data. It allows user to explore how independent variables change over time.</a:t>
            </a:r>
          </a:p>
        </p:txBody>
      </p:sp>
      <p:sp>
        <p:nvSpPr>
          <p:cNvPr id="7" name="Rectangle 6">
            <a:extLst>
              <a:ext uri="{FF2B5EF4-FFF2-40B4-BE49-F238E27FC236}">
                <a16:creationId xmlns:a16="http://schemas.microsoft.com/office/drawing/2014/main" id="{3EEEA57F-DD3B-77EB-F36A-3068FB84AC58}"/>
              </a:ext>
            </a:extLst>
          </p:cNvPr>
          <p:cNvSpPr/>
          <p:nvPr/>
        </p:nvSpPr>
        <p:spPr>
          <a:xfrm>
            <a:off x="7295429" y="1051774"/>
            <a:ext cx="1704304" cy="37096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for Year Analysis for variables.</a:t>
            </a:r>
          </a:p>
          <a:p>
            <a:r>
              <a:rPr lang="en-US" sz="900" b="1" dirty="0">
                <a:solidFill>
                  <a:schemeClr val="tx1"/>
                </a:solidFill>
              </a:rPr>
              <a:t>User can:</a:t>
            </a:r>
          </a:p>
          <a:p>
            <a:pPr marL="228600" indent="-228600">
              <a:buAutoNum type="alphaLcPeriod"/>
            </a:pPr>
            <a:r>
              <a:rPr lang="en-US" sz="900" b="1" dirty="0">
                <a:solidFill>
                  <a:schemeClr val="tx1"/>
                </a:solidFill>
              </a:rPr>
              <a:t>Select one dependent variable: any one of disease indicator</a:t>
            </a:r>
          </a:p>
          <a:p>
            <a:pPr marL="228600" indent="-228600">
              <a:buFont typeface="Arial"/>
              <a:buAutoNum type="alphaLcPeriod"/>
            </a:pPr>
            <a:r>
              <a:rPr lang="en-US" sz="900" b="1" dirty="0">
                <a:solidFill>
                  <a:schemeClr val="tx1"/>
                </a:solidFill>
              </a:rPr>
              <a:t>Select year range between 2006 and 2021</a:t>
            </a:r>
          </a:p>
          <a:p>
            <a:pPr marL="228600" indent="-228600">
              <a:buAutoNum type="alphaLcPeriod"/>
            </a:pPr>
            <a:r>
              <a:rPr lang="en-US" sz="900" b="1" dirty="0">
                <a:solidFill>
                  <a:schemeClr val="tx1"/>
                </a:solidFill>
              </a:rPr>
              <a:t>Select multiple independent variables: water indicators</a:t>
            </a:r>
          </a:p>
          <a:p>
            <a:pPr marL="228600" indent="-228600">
              <a:buAutoNum type="alphaLcPeriod"/>
            </a:pPr>
            <a:r>
              <a:rPr lang="en-US" sz="900" b="1" dirty="0">
                <a:solidFill>
                  <a:schemeClr val="tx1"/>
                </a:solidFill>
              </a:rPr>
              <a:t>Select all regions/ any one region</a:t>
            </a:r>
          </a:p>
          <a:p>
            <a:pPr marL="228600" indent="-228600">
              <a:buFont typeface="Arial"/>
              <a:buAutoNum type="alphaLcPeriod"/>
            </a:pPr>
            <a:r>
              <a:rPr lang="en-US" sz="900" b="1" dirty="0">
                <a:solidFill>
                  <a:schemeClr val="tx1"/>
                </a:solidFill>
              </a:rPr>
              <a:t>User is not able to select country</a:t>
            </a:r>
          </a:p>
          <a:p>
            <a:endParaRPr lang="en-US" sz="900" b="1" dirty="0">
              <a:solidFill>
                <a:schemeClr val="tx1"/>
              </a:solidFill>
            </a:endParaRPr>
          </a:p>
          <a:p>
            <a:endParaRPr lang="en-US" sz="900" b="1" dirty="0">
              <a:solidFill>
                <a:schemeClr val="tx1"/>
              </a:solidFill>
            </a:endParaRPr>
          </a:p>
          <a:p>
            <a:endParaRPr lang="en-US" sz="900" b="1" dirty="0">
              <a:solidFill>
                <a:schemeClr val="tx1"/>
              </a:solidFill>
            </a:endParaRPr>
          </a:p>
          <a:p>
            <a:r>
              <a:rPr lang="en-US" sz="900" b="1" dirty="0">
                <a:solidFill>
                  <a:schemeClr val="tx1"/>
                </a:solidFill>
              </a:rPr>
              <a:t>2) Yearly Model statistics:</a:t>
            </a:r>
          </a:p>
          <a:p>
            <a:r>
              <a:rPr lang="en-US" sz="900" b="1" dirty="0">
                <a:solidFill>
                  <a:schemeClr val="tx1"/>
                </a:solidFill>
              </a:rPr>
              <a:t>Helps user to compare the effect of multiple water indicators on one disease indictor over time.</a:t>
            </a:r>
          </a:p>
        </p:txBody>
      </p:sp>
      <p:pic>
        <p:nvPicPr>
          <p:cNvPr id="9" name="Graphic 8" descr="Badge 1 outline">
            <a:extLst>
              <a:ext uri="{FF2B5EF4-FFF2-40B4-BE49-F238E27FC236}">
                <a16:creationId xmlns:a16="http://schemas.microsoft.com/office/drawing/2014/main" id="{462A3C47-925D-7D13-7A61-45936D9495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6502" y="1223343"/>
            <a:ext cx="693313" cy="644093"/>
          </a:xfrm>
          <a:prstGeom prst="rect">
            <a:avLst/>
          </a:prstGeom>
        </p:spPr>
      </p:pic>
      <p:pic>
        <p:nvPicPr>
          <p:cNvPr id="11" name="Graphic 10" descr="Badge outline">
            <a:extLst>
              <a:ext uri="{FF2B5EF4-FFF2-40B4-BE49-F238E27FC236}">
                <a16:creationId xmlns:a16="http://schemas.microsoft.com/office/drawing/2014/main" id="{864A7E18-7D82-AC74-B512-AD7BEB562FF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7330" y="3947225"/>
            <a:ext cx="914400" cy="914400"/>
          </a:xfrm>
          <a:prstGeom prst="rect">
            <a:avLst/>
          </a:prstGeom>
        </p:spPr>
      </p:pic>
      <p:sp>
        <p:nvSpPr>
          <p:cNvPr id="12" name="Rectangle 11">
            <a:extLst>
              <a:ext uri="{FF2B5EF4-FFF2-40B4-BE49-F238E27FC236}">
                <a16:creationId xmlns:a16="http://schemas.microsoft.com/office/drawing/2014/main" id="{B68A7E3F-79A4-69E4-191F-E4C6DCB40B62}"/>
              </a:ext>
            </a:extLst>
          </p:cNvPr>
          <p:cNvSpPr/>
          <p:nvPr/>
        </p:nvSpPr>
        <p:spPr>
          <a:xfrm>
            <a:off x="2391177" y="1545389"/>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Rectangle 12">
            <a:extLst>
              <a:ext uri="{FF2B5EF4-FFF2-40B4-BE49-F238E27FC236}">
                <a16:creationId xmlns:a16="http://schemas.microsoft.com/office/drawing/2014/main" id="{BD2DD5D6-7F6E-F622-7BE6-19315AF15D56}"/>
              </a:ext>
            </a:extLst>
          </p:cNvPr>
          <p:cNvSpPr/>
          <p:nvPr/>
        </p:nvSpPr>
        <p:spPr>
          <a:xfrm>
            <a:off x="2365419" y="2019836"/>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4" name="Rectangle 13">
            <a:extLst>
              <a:ext uri="{FF2B5EF4-FFF2-40B4-BE49-F238E27FC236}">
                <a16:creationId xmlns:a16="http://schemas.microsoft.com/office/drawing/2014/main" id="{DF02151D-DA6B-FA53-8742-D648412C9C2B}"/>
              </a:ext>
            </a:extLst>
          </p:cNvPr>
          <p:cNvSpPr/>
          <p:nvPr/>
        </p:nvSpPr>
        <p:spPr>
          <a:xfrm>
            <a:off x="2213019" y="2598073"/>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5" name="Rectangle 14">
            <a:extLst>
              <a:ext uri="{FF2B5EF4-FFF2-40B4-BE49-F238E27FC236}">
                <a16:creationId xmlns:a16="http://schemas.microsoft.com/office/drawing/2014/main" id="{40996B0C-30C2-0733-CA3F-23023ABF81F1}"/>
              </a:ext>
            </a:extLst>
          </p:cNvPr>
          <p:cNvSpPr/>
          <p:nvPr/>
        </p:nvSpPr>
        <p:spPr>
          <a:xfrm>
            <a:off x="2187261" y="3241031"/>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6" name="Rectangle 15">
            <a:extLst>
              <a:ext uri="{FF2B5EF4-FFF2-40B4-BE49-F238E27FC236}">
                <a16:creationId xmlns:a16="http://schemas.microsoft.com/office/drawing/2014/main" id="{2CD776AB-9E62-11D3-6338-4AC52892A884}"/>
              </a:ext>
            </a:extLst>
          </p:cNvPr>
          <p:cNvSpPr/>
          <p:nvPr/>
        </p:nvSpPr>
        <p:spPr>
          <a:xfrm>
            <a:off x="2213019" y="3631690"/>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Tree>
    <p:extLst>
      <p:ext uri="{BB962C8B-B14F-4D97-AF65-F5344CB8AC3E}">
        <p14:creationId xmlns:p14="http://schemas.microsoft.com/office/powerpoint/2010/main" val="170663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8D81F7-09B0-D9CA-6210-FDB27BC26FD1}"/>
              </a:ext>
            </a:extLst>
          </p:cNvPr>
          <p:cNvPicPr>
            <a:picLocks noChangeAspect="1"/>
          </p:cNvPicPr>
          <p:nvPr/>
        </p:nvPicPr>
        <p:blipFill>
          <a:blip r:embed="rId2"/>
          <a:stretch>
            <a:fillRect/>
          </a:stretch>
        </p:blipFill>
        <p:spPr>
          <a:xfrm>
            <a:off x="128789" y="800219"/>
            <a:ext cx="7130603" cy="4029871"/>
          </a:xfrm>
          <a:prstGeom prst="rect">
            <a:avLst/>
          </a:prstGeom>
        </p:spPr>
      </p:pic>
      <p:sp>
        <p:nvSpPr>
          <p:cNvPr id="6" name="TextBox 5">
            <a:extLst>
              <a:ext uri="{FF2B5EF4-FFF2-40B4-BE49-F238E27FC236}">
                <a16:creationId xmlns:a16="http://schemas.microsoft.com/office/drawing/2014/main" id="{98543FEE-801C-D49D-654D-87B60CB9F3A6}"/>
              </a:ext>
            </a:extLst>
          </p:cNvPr>
          <p:cNvSpPr txBox="1"/>
          <p:nvPr/>
        </p:nvSpPr>
        <p:spPr>
          <a:xfrm>
            <a:off x="98738" y="0"/>
            <a:ext cx="9015212" cy="800219"/>
          </a:xfrm>
          <a:prstGeom prst="rect">
            <a:avLst/>
          </a:prstGeom>
          <a:noFill/>
        </p:spPr>
        <p:txBody>
          <a:bodyPr wrap="square">
            <a:spAutoFit/>
          </a:bodyPr>
          <a:lstStyle/>
          <a:p>
            <a:r>
              <a:rPr lang="en-US" sz="1600" b="1" dirty="0">
                <a:solidFill>
                  <a:srgbClr val="202020"/>
                </a:solidFill>
                <a:latin typeface="Aptos"/>
              </a:rPr>
              <a:t>    Panel Data Modeling- Diagnostics</a:t>
            </a:r>
            <a:br>
              <a:rPr lang="en-US" sz="4000" dirty="0">
                <a:latin typeface="Aptos"/>
              </a:rPr>
            </a:br>
            <a:r>
              <a:rPr lang="en-US" sz="1000" b="1" dirty="0">
                <a:solidFill>
                  <a:srgbClr val="202020"/>
                </a:solidFill>
                <a:latin typeface="Aptos" panose="020B0004020202020204" pitchFamily="34" charset="0"/>
              </a:rPr>
              <a:t>This part allows users to analyze data that combines across-region and time-series.</a:t>
            </a:r>
            <a:r>
              <a:rPr lang="en-US" sz="1000" dirty="0">
                <a:latin typeface="Aptos" panose="020B0004020202020204" pitchFamily="34" charset="0"/>
              </a:rPr>
              <a:t> </a:t>
            </a:r>
            <a:r>
              <a:rPr lang="en-US" sz="1000" b="1" dirty="0">
                <a:solidFill>
                  <a:srgbClr val="202020"/>
                </a:solidFill>
                <a:latin typeface="Aptos" panose="020B0004020202020204" pitchFamily="34" charset="0"/>
              </a:rPr>
              <a:t>It provides more informative data, more variability, and more complex relationships than purely cross-sectional or time-series data. Users  can visually assess model assumptions such as linearity, homoscedasticity, and normality of residuals.</a:t>
            </a:r>
            <a:endParaRPr lang="en-US" sz="1000" dirty="0"/>
          </a:p>
        </p:txBody>
      </p:sp>
      <p:sp>
        <p:nvSpPr>
          <p:cNvPr id="7" name="Rectangle 6">
            <a:extLst>
              <a:ext uri="{FF2B5EF4-FFF2-40B4-BE49-F238E27FC236}">
                <a16:creationId xmlns:a16="http://schemas.microsoft.com/office/drawing/2014/main" id="{28800CEE-CC69-D5CD-41A6-0AC145333272}"/>
              </a:ext>
            </a:extLst>
          </p:cNvPr>
          <p:cNvSpPr/>
          <p:nvPr/>
        </p:nvSpPr>
        <p:spPr>
          <a:xfrm>
            <a:off x="7259392" y="944451"/>
            <a:ext cx="1854557" cy="38169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for Model Diagnostic plots</a:t>
            </a:r>
          </a:p>
          <a:p>
            <a:r>
              <a:rPr lang="en-US" sz="900" b="1" dirty="0">
                <a:solidFill>
                  <a:schemeClr val="tx1"/>
                </a:solidFill>
              </a:rPr>
              <a:t>User can:</a:t>
            </a:r>
          </a:p>
          <a:p>
            <a:pPr marL="228600" indent="-228600">
              <a:buAutoNum type="alphaLcPeriod"/>
            </a:pPr>
            <a:r>
              <a:rPr lang="en-US" sz="900" b="1" dirty="0">
                <a:solidFill>
                  <a:schemeClr val="tx1"/>
                </a:solidFill>
              </a:rPr>
              <a:t>Select one dependent variable: any one of disease indicator</a:t>
            </a:r>
          </a:p>
          <a:p>
            <a:pPr marL="228600" indent="-228600">
              <a:buAutoNum type="alphaLcPeriod"/>
            </a:pPr>
            <a:r>
              <a:rPr lang="en-US" sz="900" b="1" dirty="0">
                <a:solidFill>
                  <a:schemeClr val="tx1"/>
                </a:solidFill>
              </a:rPr>
              <a:t>Select one Model Type</a:t>
            </a:r>
          </a:p>
          <a:p>
            <a:pPr marL="228600" indent="-228600">
              <a:buAutoNum type="alphaLcPeriod"/>
            </a:pPr>
            <a:r>
              <a:rPr lang="en-US" sz="900" b="1" dirty="0">
                <a:solidFill>
                  <a:schemeClr val="tx1"/>
                </a:solidFill>
              </a:rPr>
              <a:t>Select multiple independent variables: water indicators</a:t>
            </a:r>
          </a:p>
          <a:p>
            <a:pPr marL="228600" indent="-228600">
              <a:buFont typeface="Arial"/>
              <a:buAutoNum type="alphaLcPeriod"/>
            </a:pPr>
            <a:r>
              <a:rPr lang="en-US" sz="900" b="1" dirty="0">
                <a:solidFill>
                  <a:schemeClr val="tx1"/>
                </a:solidFill>
              </a:rPr>
              <a:t>Select year range between 2006 and 2021</a:t>
            </a:r>
          </a:p>
          <a:p>
            <a:pPr marL="228600" indent="-228600">
              <a:buAutoNum type="alphaLcPeriod"/>
            </a:pPr>
            <a:r>
              <a:rPr lang="en-US" sz="900" b="1" dirty="0">
                <a:solidFill>
                  <a:schemeClr val="tx1"/>
                </a:solidFill>
              </a:rPr>
              <a:t>Select all regions/ any one region</a:t>
            </a:r>
          </a:p>
          <a:p>
            <a:pPr marL="228600" indent="-228600">
              <a:buFont typeface="Arial"/>
              <a:buAutoNum type="alphaLcPeriod"/>
            </a:pPr>
            <a:r>
              <a:rPr lang="en-US" sz="900" b="1" dirty="0">
                <a:solidFill>
                  <a:schemeClr val="tx1"/>
                </a:solidFill>
              </a:rPr>
              <a:t>User is not able to select country</a:t>
            </a:r>
          </a:p>
          <a:p>
            <a:endParaRPr lang="en-US" sz="900" b="1" dirty="0">
              <a:solidFill>
                <a:schemeClr val="tx1"/>
              </a:solidFill>
            </a:endParaRPr>
          </a:p>
          <a:p>
            <a:r>
              <a:rPr lang="en-US" sz="900" b="1" dirty="0">
                <a:solidFill>
                  <a:schemeClr val="tx1"/>
                </a:solidFill>
              </a:rPr>
              <a:t>2) Hausman Test and Serial correlation Test: help users decide between model types and assess assumptions.</a:t>
            </a:r>
          </a:p>
          <a:p>
            <a:endParaRPr lang="en-US" sz="900" b="1" dirty="0">
              <a:solidFill>
                <a:schemeClr val="tx1"/>
              </a:solidFill>
            </a:endParaRPr>
          </a:p>
          <a:p>
            <a:r>
              <a:rPr lang="en-US" sz="900" b="1" dirty="0">
                <a:solidFill>
                  <a:schemeClr val="tx1"/>
                </a:solidFill>
              </a:rPr>
              <a:t>3) Residual Plot and Normal Q-Q Plot:  Visually check the assumptions of models.</a:t>
            </a:r>
          </a:p>
        </p:txBody>
      </p:sp>
      <p:pic>
        <p:nvPicPr>
          <p:cNvPr id="9" name="Graphic 8" descr="Badge 1 outline">
            <a:extLst>
              <a:ext uri="{FF2B5EF4-FFF2-40B4-BE49-F238E27FC236}">
                <a16:creationId xmlns:a16="http://schemas.microsoft.com/office/drawing/2014/main" id="{1ABA1E39-79DC-30F1-37DD-5D26B74A8F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55312" y="1018161"/>
            <a:ext cx="673995" cy="667823"/>
          </a:xfrm>
          <a:prstGeom prst="rect">
            <a:avLst/>
          </a:prstGeom>
        </p:spPr>
      </p:pic>
      <p:pic>
        <p:nvPicPr>
          <p:cNvPr id="11" name="Graphic 10" descr="Badge outline">
            <a:extLst>
              <a:ext uri="{FF2B5EF4-FFF2-40B4-BE49-F238E27FC236}">
                <a16:creationId xmlns:a16="http://schemas.microsoft.com/office/drawing/2014/main" id="{A9A14DAA-9459-DA98-82D3-D341DA68A0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8504" y="4159876"/>
            <a:ext cx="646358" cy="646358"/>
          </a:xfrm>
          <a:prstGeom prst="rect">
            <a:avLst/>
          </a:prstGeom>
        </p:spPr>
      </p:pic>
      <p:sp>
        <p:nvSpPr>
          <p:cNvPr id="12" name="Rectangle 11">
            <a:extLst>
              <a:ext uri="{FF2B5EF4-FFF2-40B4-BE49-F238E27FC236}">
                <a16:creationId xmlns:a16="http://schemas.microsoft.com/office/drawing/2014/main" id="{B5709F5E-6FC0-8730-136B-6894CD1E5D83}"/>
              </a:ext>
            </a:extLst>
          </p:cNvPr>
          <p:cNvSpPr/>
          <p:nvPr/>
        </p:nvSpPr>
        <p:spPr>
          <a:xfrm>
            <a:off x="2391177" y="1545389"/>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Rectangle 12">
            <a:extLst>
              <a:ext uri="{FF2B5EF4-FFF2-40B4-BE49-F238E27FC236}">
                <a16:creationId xmlns:a16="http://schemas.microsoft.com/office/drawing/2014/main" id="{40C14C00-BBCB-3827-CB81-3A80914B68D4}"/>
              </a:ext>
            </a:extLst>
          </p:cNvPr>
          <p:cNvSpPr/>
          <p:nvPr/>
        </p:nvSpPr>
        <p:spPr>
          <a:xfrm>
            <a:off x="2391177" y="1933902"/>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4" name="Rectangle 13">
            <a:extLst>
              <a:ext uri="{FF2B5EF4-FFF2-40B4-BE49-F238E27FC236}">
                <a16:creationId xmlns:a16="http://schemas.microsoft.com/office/drawing/2014/main" id="{29C265AD-C37D-43E1-76D9-51878A4C55A2}"/>
              </a:ext>
            </a:extLst>
          </p:cNvPr>
          <p:cNvSpPr/>
          <p:nvPr/>
        </p:nvSpPr>
        <p:spPr>
          <a:xfrm>
            <a:off x="2273121" y="2571750"/>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5" name="Rectangle 14">
            <a:extLst>
              <a:ext uri="{FF2B5EF4-FFF2-40B4-BE49-F238E27FC236}">
                <a16:creationId xmlns:a16="http://schemas.microsoft.com/office/drawing/2014/main" id="{744CA2CC-1650-AA6B-C01C-F04B313734A9}"/>
              </a:ext>
            </a:extLst>
          </p:cNvPr>
          <p:cNvSpPr/>
          <p:nvPr/>
        </p:nvSpPr>
        <p:spPr>
          <a:xfrm>
            <a:off x="2440547" y="3422135"/>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6" name="Rectangle 15">
            <a:extLst>
              <a:ext uri="{FF2B5EF4-FFF2-40B4-BE49-F238E27FC236}">
                <a16:creationId xmlns:a16="http://schemas.microsoft.com/office/drawing/2014/main" id="{2285EF25-48A6-6CE3-C1C9-8911CCB85702}"/>
              </a:ext>
            </a:extLst>
          </p:cNvPr>
          <p:cNvSpPr/>
          <p:nvPr/>
        </p:nvSpPr>
        <p:spPr>
          <a:xfrm>
            <a:off x="2412642" y="3875736"/>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7" name="Rectangle 16">
            <a:extLst>
              <a:ext uri="{FF2B5EF4-FFF2-40B4-BE49-F238E27FC236}">
                <a16:creationId xmlns:a16="http://schemas.microsoft.com/office/drawing/2014/main" id="{5C3A9990-57CC-8468-EE12-D1F63597CE88}"/>
              </a:ext>
            </a:extLst>
          </p:cNvPr>
          <p:cNvSpPr/>
          <p:nvPr/>
        </p:nvSpPr>
        <p:spPr>
          <a:xfrm>
            <a:off x="2391177" y="4448496"/>
            <a:ext cx="356316" cy="21043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a:t>
            </a:r>
          </a:p>
        </p:txBody>
      </p:sp>
      <p:pic>
        <p:nvPicPr>
          <p:cNvPr id="19" name="Graphic 18" descr="Badge 3 outline">
            <a:extLst>
              <a:ext uri="{FF2B5EF4-FFF2-40B4-BE49-F238E27FC236}">
                <a16:creationId xmlns:a16="http://schemas.microsoft.com/office/drawing/2014/main" id="{C639DD5F-4708-C80E-E8BE-1E705E7F49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14800" y="2114550"/>
            <a:ext cx="914400" cy="914400"/>
          </a:xfrm>
          <a:prstGeom prst="rect">
            <a:avLst/>
          </a:prstGeom>
        </p:spPr>
      </p:pic>
    </p:spTree>
    <p:extLst>
      <p:ext uri="{BB962C8B-B14F-4D97-AF65-F5344CB8AC3E}">
        <p14:creationId xmlns:p14="http://schemas.microsoft.com/office/powerpoint/2010/main" val="1111152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形用户界面, 文本, 应用程序&#10;&#10;AI 生成的内容可能不正确。">
            <a:extLst>
              <a:ext uri="{FF2B5EF4-FFF2-40B4-BE49-F238E27FC236}">
                <a16:creationId xmlns:a16="http://schemas.microsoft.com/office/drawing/2014/main" id="{8CC3FF9D-0090-5E73-E172-0C2FE51D9358}"/>
              </a:ext>
            </a:extLst>
          </p:cNvPr>
          <p:cNvPicPr>
            <a:picLocks noChangeAspect="1"/>
          </p:cNvPicPr>
          <p:nvPr/>
        </p:nvPicPr>
        <p:blipFill>
          <a:blip r:embed="rId2"/>
          <a:stretch>
            <a:fillRect/>
          </a:stretch>
        </p:blipFill>
        <p:spPr>
          <a:xfrm>
            <a:off x="532323" y="755561"/>
            <a:ext cx="7963439" cy="4234085"/>
          </a:xfrm>
          <a:prstGeom prst="rect">
            <a:avLst/>
          </a:prstGeom>
        </p:spPr>
      </p:pic>
      <p:sp>
        <p:nvSpPr>
          <p:cNvPr id="4" name="TextBox 3">
            <a:extLst>
              <a:ext uri="{FF2B5EF4-FFF2-40B4-BE49-F238E27FC236}">
                <a16:creationId xmlns:a16="http://schemas.microsoft.com/office/drawing/2014/main" id="{8E246954-EE11-F4BF-B3DE-EE1FD56E04FB}"/>
              </a:ext>
            </a:extLst>
          </p:cNvPr>
          <p:cNvSpPr txBox="1"/>
          <p:nvPr/>
        </p:nvSpPr>
        <p:spPr>
          <a:xfrm>
            <a:off x="-38636" y="114737"/>
            <a:ext cx="9182636" cy="507831"/>
          </a:xfrm>
          <a:prstGeom prst="rect">
            <a:avLst/>
          </a:prstGeom>
          <a:noFill/>
        </p:spPr>
        <p:txBody>
          <a:bodyPr wrap="square">
            <a:spAutoFit/>
          </a:bodyPr>
          <a:lstStyle/>
          <a:p>
            <a:r>
              <a:rPr lang="en-US" sz="1600" b="1" dirty="0">
                <a:solidFill>
                  <a:srgbClr val="202020"/>
                </a:solidFill>
                <a:latin typeface="Aptos"/>
              </a:rPr>
              <a:t>Panel Data Modeling- About Panel Data Analysis with PLM</a:t>
            </a:r>
            <a:br>
              <a:rPr lang="en-US" sz="6000" dirty="0">
                <a:latin typeface="Aptos"/>
              </a:rPr>
            </a:br>
            <a:r>
              <a:rPr lang="en-US" sz="1000" b="1" dirty="0">
                <a:solidFill>
                  <a:srgbClr val="202020"/>
                </a:solidFill>
                <a:latin typeface="Aptos" panose="020B0004020202020204" pitchFamily="34" charset="0"/>
              </a:rPr>
              <a:t>This part educates users on panel data, explains key concepts, guides users in model selection, and enhances App usability </a:t>
            </a:r>
          </a:p>
        </p:txBody>
      </p:sp>
    </p:spTree>
    <p:extLst>
      <p:ext uri="{BB962C8B-B14F-4D97-AF65-F5344CB8AC3E}">
        <p14:creationId xmlns:p14="http://schemas.microsoft.com/office/powerpoint/2010/main" val="574403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7;p33">
            <a:extLst>
              <a:ext uri="{FF2B5EF4-FFF2-40B4-BE49-F238E27FC236}">
                <a16:creationId xmlns:a16="http://schemas.microsoft.com/office/drawing/2014/main" id="{09784EDE-99FF-4D6C-239C-818FD61A2AA2}"/>
              </a:ext>
            </a:extLst>
          </p:cNvPr>
          <p:cNvSpPr txBox="1">
            <a:spLocks/>
          </p:cNvSpPr>
          <p:nvPr/>
        </p:nvSpPr>
        <p:spPr>
          <a:xfrm>
            <a:off x="199009" y="100232"/>
            <a:ext cx="7953318" cy="692668"/>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en-US" sz="1600" b="1">
                <a:solidFill>
                  <a:schemeClr val="tx1"/>
                </a:solidFill>
                <a:latin typeface="Aptos" panose="020B0004020202020204" pitchFamily="34" charset="0"/>
                <a:sym typeface="Figtree"/>
              </a:rPr>
              <a:t>Confirmatory Data Analysis (CDA) – Time Trend Analysis</a:t>
            </a:r>
          </a:p>
          <a:p>
            <a:pPr>
              <a:buClr>
                <a:schemeClr val="dk1"/>
              </a:buClr>
              <a:buSzPts val="1100"/>
            </a:pPr>
            <a:r>
              <a:rPr lang="en-US" sz="1000">
                <a:latin typeface="Aptos" panose="020B0004020202020204" pitchFamily="34" charset="0"/>
              </a:rPr>
              <a:t>CDA will help you validate the assumptions or patterns observed in your Exploratory Data Analysis (EDA) and determine if there's a real relationship between water and health outcomes. Incorporating an Animated Bubble Chart for Time Trend Analysis is a great way to visualize the relationship over time between water indicators and health indicators</a:t>
            </a:r>
            <a:endParaRPr lang="en-US" sz="1000">
              <a:latin typeface="Aptos" panose="020B0004020202020204" pitchFamily="34" charset="0"/>
              <a:sym typeface="Figtree"/>
            </a:endParaRPr>
          </a:p>
        </p:txBody>
      </p:sp>
      <p:sp>
        <p:nvSpPr>
          <p:cNvPr id="5" name="Rectangle 4">
            <a:extLst>
              <a:ext uri="{FF2B5EF4-FFF2-40B4-BE49-F238E27FC236}">
                <a16:creationId xmlns:a16="http://schemas.microsoft.com/office/drawing/2014/main" id="{4CECBBE2-3263-0F49-060D-4BF4F75A8FDC}"/>
              </a:ext>
            </a:extLst>
          </p:cNvPr>
          <p:cNvSpPr/>
          <p:nvPr/>
        </p:nvSpPr>
        <p:spPr>
          <a:xfrm>
            <a:off x="7088810" y="691166"/>
            <a:ext cx="1856181" cy="44209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to plot animated bubble chart over time.</a:t>
            </a:r>
          </a:p>
          <a:p>
            <a:r>
              <a:rPr lang="en-US" sz="900" b="1" dirty="0">
                <a:solidFill>
                  <a:schemeClr val="tx1"/>
                </a:solidFill>
              </a:rPr>
              <a:t>Users can:</a:t>
            </a:r>
          </a:p>
          <a:p>
            <a:r>
              <a:rPr lang="en-US" sz="900" b="1" dirty="0">
                <a:solidFill>
                  <a:schemeClr val="tx1"/>
                </a:solidFill>
              </a:rPr>
              <a:t>a. Specify region (all regions or any one region)</a:t>
            </a:r>
          </a:p>
          <a:p>
            <a:r>
              <a:rPr lang="en-US" sz="900" b="1" dirty="0">
                <a:solidFill>
                  <a:schemeClr val="tx1"/>
                </a:solidFill>
              </a:rPr>
              <a:t>b. Specify country</a:t>
            </a:r>
          </a:p>
          <a:p>
            <a:r>
              <a:rPr lang="en-US" sz="900" b="1" dirty="0">
                <a:solidFill>
                  <a:schemeClr val="tx1"/>
                </a:solidFill>
              </a:rPr>
              <a:t>c. Choose a year range between 2006 to 2021</a:t>
            </a:r>
          </a:p>
          <a:p>
            <a:r>
              <a:rPr lang="en-US" sz="900" b="1" dirty="0">
                <a:solidFill>
                  <a:schemeClr val="tx1"/>
                </a:solidFill>
              </a:rPr>
              <a:t>d. Choose one of water indicators as x-axis</a:t>
            </a:r>
          </a:p>
          <a:p>
            <a:r>
              <a:rPr lang="en-US" sz="900" b="1" dirty="0">
                <a:solidFill>
                  <a:schemeClr val="tx1"/>
                </a:solidFill>
              </a:rPr>
              <a:t>e. Choose one of disease indicators as y-axis</a:t>
            </a:r>
          </a:p>
          <a:p>
            <a:r>
              <a:rPr lang="en-US" sz="900" b="1" dirty="0">
                <a:solidFill>
                  <a:schemeClr val="tx1"/>
                </a:solidFill>
              </a:rPr>
              <a:t>f.  Visualize a third indicator using color in a chart</a:t>
            </a:r>
          </a:p>
          <a:p>
            <a:endParaRPr lang="en-US" sz="900" b="1" dirty="0">
              <a:solidFill>
                <a:schemeClr val="tx1"/>
              </a:solidFill>
            </a:endParaRPr>
          </a:p>
          <a:p>
            <a:r>
              <a:rPr lang="en-US" sz="900" b="1" dirty="0">
                <a:solidFill>
                  <a:schemeClr val="tx1"/>
                </a:solidFill>
              </a:rPr>
              <a:t>2)   Animation Speed: Users can adjust animation speed to control how long each frame of the animation is displayed</a:t>
            </a:r>
          </a:p>
          <a:p>
            <a:endParaRPr lang="en-US" sz="900" b="1" dirty="0">
              <a:solidFill>
                <a:schemeClr val="tx1"/>
              </a:solidFill>
            </a:endParaRPr>
          </a:p>
          <a:p>
            <a:r>
              <a:rPr lang="en-US" sz="900" b="1" dirty="0">
                <a:solidFill>
                  <a:schemeClr val="tx1"/>
                </a:solidFill>
              </a:rPr>
              <a:t>3) Trend Line: Users can select    the check box to display trend line based on the selected parameters</a:t>
            </a:r>
          </a:p>
          <a:p>
            <a:endParaRPr lang="en-US" sz="900" b="1" dirty="0">
              <a:solidFill>
                <a:schemeClr val="tx1"/>
              </a:solidFill>
            </a:endParaRPr>
          </a:p>
          <a:p>
            <a:r>
              <a:rPr lang="en-US" sz="900" b="1" dirty="0">
                <a:solidFill>
                  <a:schemeClr val="tx1"/>
                </a:solidFill>
              </a:rPr>
              <a:t>4) Chart Interpretation: users can get a brief explanation on how to interpret the correlation value and what the details on the chart mean</a:t>
            </a:r>
          </a:p>
          <a:p>
            <a:endParaRPr lang="en-US" sz="900" b="1" dirty="0">
              <a:solidFill>
                <a:schemeClr val="tx1"/>
              </a:solidFill>
            </a:endParaRPr>
          </a:p>
        </p:txBody>
      </p:sp>
      <p:pic>
        <p:nvPicPr>
          <p:cNvPr id="14" name="Picture 13">
            <a:extLst>
              <a:ext uri="{FF2B5EF4-FFF2-40B4-BE49-F238E27FC236}">
                <a16:creationId xmlns:a16="http://schemas.microsoft.com/office/drawing/2014/main" id="{4B9F8CC4-1C60-7F5D-7051-978AA52832C4}"/>
              </a:ext>
            </a:extLst>
          </p:cNvPr>
          <p:cNvPicPr>
            <a:picLocks noChangeAspect="1"/>
          </p:cNvPicPr>
          <p:nvPr/>
        </p:nvPicPr>
        <p:blipFill>
          <a:blip r:embed="rId2"/>
          <a:stretch>
            <a:fillRect/>
          </a:stretch>
        </p:blipFill>
        <p:spPr>
          <a:xfrm>
            <a:off x="199009" y="881180"/>
            <a:ext cx="6768985" cy="4115236"/>
          </a:xfrm>
          <a:prstGeom prst="rect">
            <a:avLst/>
          </a:prstGeom>
        </p:spPr>
      </p:pic>
      <p:pic>
        <p:nvPicPr>
          <p:cNvPr id="16" name="Graphic 15" descr="Badge 1 outline">
            <a:extLst>
              <a:ext uri="{FF2B5EF4-FFF2-40B4-BE49-F238E27FC236}">
                <a16:creationId xmlns:a16="http://schemas.microsoft.com/office/drawing/2014/main" id="{5A9ABBBE-CACE-C8AD-D3A6-95C900F2E9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2531" y="971707"/>
            <a:ext cx="592127" cy="493090"/>
          </a:xfrm>
          <a:prstGeom prst="rect">
            <a:avLst/>
          </a:prstGeom>
        </p:spPr>
      </p:pic>
      <p:pic>
        <p:nvPicPr>
          <p:cNvPr id="18" name="Graphic 17" descr="Badge outline">
            <a:extLst>
              <a:ext uri="{FF2B5EF4-FFF2-40B4-BE49-F238E27FC236}">
                <a16:creationId xmlns:a16="http://schemas.microsoft.com/office/drawing/2014/main" id="{67505D6D-5205-7286-C826-1A6F85F3D8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37893" y="4385526"/>
            <a:ext cx="581442" cy="581442"/>
          </a:xfrm>
          <a:prstGeom prst="rect">
            <a:avLst/>
          </a:prstGeom>
        </p:spPr>
      </p:pic>
      <p:pic>
        <p:nvPicPr>
          <p:cNvPr id="20" name="Graphic 19" descr="Badge 3 outline">
            <a:extLst>
              <a:ext uri="{FF2B5EF4-FFF2-40B4-BE49-F238E27FC236}">
                <a16:creationId xmlns:a16="http://schemas.microsoft.com/office/drawing/2014/main" id="{366FA867-BA63-D2CA-4AF2-D60DFD4860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41372" y="3554919"/>
            <a:ext cx="624625" cy="665584"/>
          </a:xfrm>
          <a:prstGeom prst="rect">
            <a:avLst/>
          </a:prstGeom>
        </p:spPr>
      </p:pic>
      <p:pic>
        <p:nvPicPr>
          <p:cNvPr id="22" name="Graphic 21" descr="Badge 4 outline">
            <a:extLst>
              <a:ext uri="{FF2B5EF4-FFF2-40B4-BE49-F238E27FC236}">
                <a16:creationId xmlns:a16="http://schemas.microsoft.com/office/drawing/2014/main" id="{870CD838-4369-6D05-5CBC-C78014BB3C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2986" y="4166334"/>
            <a:ext cx="914400" cy="914400"/>
          </a:xfrm>
          <a:prstGeom prst="rect">
            <a:avLst/>
          </a:prstGeom>
        </p:spPr>
      </p:pic>
      <p:sp>
        <p:nvSpPr>
          <p:cNvPr id="23" name="Rectangle 22">
            <a:extLst>
              <a:ext uri="{FF2B5EF4-FFF2-40B4-BE49-F238E27FC236}">
                <a16:creationId xmlns:a16="http://schemas.microsoft.com/office/drawing/2014/main" id="{152E2820-63CF-CDD7-1079-0E9F42C92C7A}"/>
              </a:ext>
            </a:extLst>
          </p:cNvPr>
          <p:cNvSpPr/>
          <p:nvPr/>
        </p:nvSpPr>
        <p:spPr>
          <a:xfrm>
            <a:off x="2253803" y="1425262"/>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p>
        </p:txBody>
      </p:sp>
      <p:sp>
        <p:nvSpPr>
          <p:cNvPr id="24" name="Rectangle 23">
            <a:extLst>
              <a:ext uri="{FF2B5EF4-FFF2-40B4-BE49-F238E27FC236}">
                <a16:creationId xmlns:a16="http://schemas.microsoft.com/office/drawing/2014/main" id="{304726B8-9BA1-2740-60DF-715FC7B983FB}"/>
              </a:ext>
            </a:extLst>
          </p:cNvPr>
          <p:cNvSpPr/>
          <p:nvPr/>
        </p:nvSpPr>
        <p:spPr>
          <a:xfrm>
            <a:off x="2243070" y="1820214"/>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t>
            </a:r>
          </a:p>
        </p:txBody>
      </p:sp>
      <p:sp>
        <p:nvSpPr>
          <p:cNvPr id="25" name="Rectangle 24">
            <a:extLst>
              <a:ext uri="{FF2B5EF4-FFF2-40B4-BE49-F238E27FC236}">
                <a16:creationId xmlns:a16="http://schemas.microsoft.com/office/drawing/2014/main" id="{BAA07B54-DDE3-A0A0-8448-84ABA0087B06}"/>
              </a:ext>
            </a:extLst>
          </p:cNvPr>
          <p:cNvSpPr/>
          <p:nvPr/>
        </p:nvSpPr>
        <p:spPr>
          <a:xfrm>
            <a:off x="2319159" y="2476475"/>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a:t>
            </a:r>
          </a:p>
        </p:txBody>
      </p:sp>
      <p:sp>
        <p:nvSpPr>
          <p:cNvPr id="26" name="Rectangle 25">
            <a:extLst>
              <a:ext uri="{FF2B5EF4-FFF2-40B4-BE49-F238E27FC236}">
                <a16:creationId xmlns:a16="http://schemas.microsoft.com/office/drawing/2014/main" id="{A1866AD1-AAFC-C32F-BC0C-4CF0DF2FA1AC}"/>
              </a:ext>
            </a:extLst>
          </p:cNvPr>
          <p:cNvSpPr/>
          <p:nvPr/>
        </p:nvSpPr>
        <p:spPr>
          <a:xfrm>
            <a:off x="2234922" y="2848646"/>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p>
        </p:txBody>
      </p:sp>
      <p:sp>
        <p:nvSpPr>
          <p:cNvPr id="27" name="Rectangle 26">
            <a:extLst>
              <a:ext uri="{FF2B5EF4-FFF2-40B4-BE49-F238E27FC236}">
                <a16:creationId xmlns:a16="http://schemas.microsoft.com/office/drawing/2014/main" id="{EADF47F3-2A47-FFEF-2702-8C7EB6A30943}"/>
              </a:ext>
            </a:extLst>
          </p:cNvPr>
          <p:cNvSpPr/>
          <p:nvPr/>
        </p:nvSpPr>
        <p:spPr>
          <a:xfrm>
            <a:off x="2265481" y="3209593"/>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a:t>
            </a:r>
          </a:p>
        </p:txBody>
      </p:sp>
      <p:sp>
        <p:nvSpPr>
          <p:cNvPr id="28" name="Rectangle 27">
            <a:extLst>
              <a:ext uri="{FF2B5EF4-FFF2-40B4-BE49-F238E27FC236}">
                <a16:creationId xmlns:a16="http://schemas.microsoft.com/office/drawing/2014/main" id="{68DC0A04-6A99-8DC6-1202-D41E39BE74FB}"/>
              </a:ext>
            </a:extLst>
          </p:cNvPr>
          <p:cNvSpPr/>
          <p:nvPr/>
        </p:nvSpPr>
        <p:spPr>
          <a:xfrm>
            <a:off x="2316759" y="3581764"/>
            <a:ext cx="326265" cy="18030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a:t>
            </a:r>
          </a:p>
        </p:txBody>
      </p:sp>
    </p:spTree>
    <p:extLst>
      <p:ext uri="{BB962C8B-B14F-4D97-AF65-F5344CB8AC3E}">
        <p14:creationId xmlns:p14="http://schemas.microsoft.com/office/powerpoint/2010/main" val="3621929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8311F5-5F17-C51D-2C2B-16FC2C791254}"/>
              </a:ext>
            </a:extLst>
          </p:cNvPr>
          <p:cNvSpPr txBox="1"/>
          <p:nvPr/>
        </p:nvSpPr>
        <p:spPr>
          <a:xfrm>
            <a:off x="0" y="24413"/>
            <a:ext cx="9221273" cy="892552"/>
          </a:xfrm>
          <a:prstGeom prst="rect">
            <a:avLst/>
          </a:prstGeom>
          <a:noFill/>
        </p:spPr>
        <p:txBody>
          <a:bodyPr wrap="square">
            <a:spAutoFit/>
          </a:bodyPr>
          <a:lstStyle/>
          <a:p>
            <a:pPr>
              <a:buClr>
                <a:schemeClr val="dk1"/>
              </a:buClr>
              <a:buSzPts val="1100"/>
            </a:pPr>
            <a:r>
              <a:rPr lang="en-US" sz="1600" b="1">
                <a:solidFill>
                  <a:schemeClr val="tx1"/>
                </a:solidFill>
                <a:latin typeface="Aptos" panose="020B0004020202020204" pitchFamily="34" charset="0"/>
              </a:rPr>
              <a:t>Confirmatory Data Analysis (CDA) – Correlation Analysis</a:t>
            </a:r>
          </a:p>
          <a:p>
            <a:pPr>
              <a:buClr>
                <a:schemeClr val="dk1"/>
              </a:buClr>
              <a:buSzPts val="1100"/>
            </a:pPr>
            <a:r>
              <a:rPr lang="en-US" sz="1000">
                <a:latin typeface="Aptos" panose="020B0004020202020204" pitchFamily="34" charset="0"/>
              </a:rPr>
              <a:t>CDA will help you validate the assumptions or patterns observed in your Exploratory Data Analysis (EDA) and determine if there's a real relationship between water and health outcomes. This part helps user to distinguish between the directions of the relationships</a:t>
            </a:r>
            <a:br>
              <a:rPr lang="en-US" sz="1600" b="1">
                <a:solidFill>
                  <a:schemeClr val="tx1"/>
                </a:solidFill>
                <a:latin typeface="Aptos" panose="020B0004020202020204" pitchFamily="34" charset="0"/>
              </a:rPr>
            </a:br>
            <a:endParaRPr lang="en-US" sz="1600" b="1">
              <a:solidFill>
                <a:schemeClr val="tx1"/>
              </a:solidFill>
              <a:latin typeface="Aptos" panose="020B0004020202020204" pitchFamily="34" charset="0"/>
            </a:endParaRPr>
          </a:p>
        </p:txBody>
      </p:sp>
      <p:pic>
        <p:nvPicPr>
          <p:cNvPr id="5" name="Picture 4">
            <a:extLst>
              <a:ext uri="{FF2B5EF4-FFF2-40B4-BE49-F238E27FC236}">
                <a16:creationId xmlns:a16="http://schemas.microsoft.com/office/drawing/2014/main" id="{922DD78A-51D7-E1D0-C2C7-B1DD959EF66C}"/>
              </a:ext>
            </a:extLst>
          </p:cNvPr>
          <p:cNvPicPr>
            <a:picLocks noChangeAspect="1"/>
          </p:cNvPicPr>
          <p:nvPr/>
        </p:nvPicPr>
        <p:blipFill>
          <a:blip r:embed="rId2"/>
          <a:stretch>
            <a:fillRect/>
          </a:stretch>
        </p:blipFill>
        <p:spPr>
          <a:xfrm>
            <a:off x="65726" y="944452"/>
            <a:ext cx="7123645" cy="4107138"/>
          </a:xfrm>
          <a:prstGeom prst="rect">
            <a:avLst/>
          </a:prstGeom>
        </p:spPr>
      </p:pic>
      <p:pic>
        <p:nvPicPr>
          <p:cNvPr id="7" name="Graphic 6" descr="Badge 1 outline">
            <a:extLst>
              <a:ext uri="{FF2B5EF4-FFF2-40B4-BE49-F238E27FC236}">
                <a16:creationId xmlns:a16="http://schemas.microsoft.com/office/drawing/2014/main" id="{B3C02E4F-61F6-A51D-66A1-F35335EFE1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45465" y="1210882"/>
            <a:ext cx="813515" cy="813515"/>
          </a:xfrm>
          <a:prstGeom prst="rect">
            <a:avLst/>
          </a:prstGeom>
        </p:spPr>
      </p:pic>
      <p:pic>
        <p:nvPicPr>
          <p:cNvPr id="9" name="Graphic 8" descr="Badge outline">
            <a:extLst>
              <a:ext uri="{FF2B5EF4-FFF2-40B4-BE49-F238E27FC236}">
                <a16:creationId xmlns:a16="http://schemas.microsoft.com/office/drawing/2014/main" id="{1BB4FADD-E546-01DE-937E-C3A08A320A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61775" y="4229100"/>
            <a:ext cx="914400" cy="914400"/>
          </a:xfrm>
          <a:prstGeom prst="rect">
            <a:avLst/>
          </a:prstGeom>
        </p:spPr>
      </p:pic>
      <p:sp>
        <p:nvSpPr>
          <p:cNvPr id="10" name="Rectangle 9">
            <a:extLst>
              <a:ext uri="{FF2B5EF4-FFF2-40B4-BE49-F238E27FC236}">
                <a16:creationId xmlns:a16="http://schemas.microsoft.com/office/drawing/2014/main" id="{5794F0F3-83C3-B001-E986-35DBBD2B2206}"/>
              </a:ext>
            </a:extLst>
          </p:cNvPr>
          <p:cNvSpPr/>
          <p:nvPr/>
        </p:nvSpPr>
        <p:spPr>
          <a:xfrm>
            <a:off x="7237262" y="643944"/>
            <a:ext cx="1841012" cy="4510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AutoNum type="arabicParenR"/>
            </a:pPr>
            <a:r>
              <a:rPr lang="en-US" sz="900" b="1" dirty="0">
                <a:solidFill>
                  <a:schemeClr val="tx1"/>
                </a:solidFill>
              </a:rPr>
              <a:t>Options to plot animated bubble chart over time.</a:t>
            </a:r>
          </a:p>
          <a:p>
            <a:r>
              <a:rPr lang="en-US" sz="900" b="1" dirty="0">
                <a:solidFill>
                  <a:schemeClr val="tx1"/>
                </a:solidFill>
              </a:rPr>
              <a:t>Users can:</a:t>
            </a:r>
          </a:p>
          <a:p>
            <a:r>
              <a:rPr lang="en-US" sz="900" b="1" dirty="0">
                <a:solidFill>
                  <a:schemeClr val="tx1"/>
                </a:solidFill>
              </a:rPr>
              <a:t>a. Specify region (all regions or any one region)</a:t>
            </a:r>
          </a:p>
          <a:p>
            <a:r>
              <a:rPr lang="en-US" sz="900" b="1" dirty="0">
                <a:solidFill>
                  <a:schemeClr val="tx1"/>
                </a:solidFill>
              </a:rPr>
              <a:t>b. Specify country</a:t>
            </a:r>
          </a:p>
          <a:p>
            <a:r>
              <a:rPr lang="en-US" sz="900" b="1" dirty="0">
                <a:solidFill>
                  <a:schemeClr val="tx1"/>
                </a:solidFill>
              </a:rPr>
              <a:t>c. Choose a year between 2006 to 2021 when selecting region and choose “all years” when selecting country </a:t>
            </a:r>
          </a:p>
          <a:p>
            <a:r>
              <a:rPr lang="en-US" sz="900" b="1" dirty="0">
                <a:solidFill>
                  <a:schemeClr val="tx1"/>
                </a:solidFill>
              </a:rPr>
              <a:t>d. Correlation Setting: Causal Hypothesis V.S Reverse Causality Hypothesis</a:t>
            </a:r>
          </a:p>
          <a:p>
            <a:r>
              <a:rPr lang="en-US" sz="900" b="1" dirty="0">
                <a:solidFill>
                  <a:schemeClr val="tx1"/>
                </a:solidFill>
              </a:rPr>
              <a:t>e. Choose one of disease indicators </a:t>
            </a:r>
          </a:p>
          <a:p>
            <a:r>
              <a:rPr lang="en-US" sz="900" b="1" dirty="0">
                <a:solidFill>
                  <a:schemeClr val="tx1"/>
                </a:solidFill>
              </a:rPr>
              <a:t>f. Choose one of water indicators </a:t>
            </a:r>
          </a:p>
          <a:p>
            <a:endParaRPr lang="en-US" sz="900" b="1" dirty="0">
              <a:solidFill>
                <a:schemeClr val="tx1"/>
              </a:solidFill>
            </a:endParaRPr>
          </a:p>
          <a:p>
            <a:r>
              <a:rPr lang="en-US" sz="900" b="1" dirty="0">
                <a:solidFill>
                  <a:schemeClr val="tx1"/>
                </a:solidFill>
              </a:rPr>
              <a:t>2) Chart Interpretation: users can get exact value of positive correlation and negative correlation.</a:t>
            </a:r>
          </a:p>
          <a:p>
            <a:pPr marL="171450" indent="-171450">
              <a:buFont typeface="Arial" panose="020B0604020202020204" pitchFamily="34" charset="0"/>
              <a:buChar char="•"/>
            </a:pPr>
            <a:r>
              <a:rPr lang="en-US" sz="900" b="1" dirty="0">
                <a:solidFill>
                  <a:schemeClr val="tx1"/>
                </a:solidFill>
              </a:rPr>
              <a:t>Positive correlation suggests that both variables move in the same direction</a:t>
            </a:r>
          </a:p>
          <a:p>
            <a:pPr marL="171450" indent="-171450">
              <a:buFont typeface="Arial" panose="020B0604020202020204" pitchFamily="34" charset="0"/>
              <a:buChar char="•"/>
            </a:pPr>
            <a:r>
              <a:rPr lang="en-US" sz="900" b="1" dirty="0">
                <a:solidFill>
                  <a:schemeClr val="tx1"/>
                </a:solidFill>
              </a:rPr>
              <a:t>Negative correlation suggests that one variable increases while the other decreases</a:t>
            </a:r>
          </a:p>
          <a:p>
            <a:r>
              <a:rPr lang="en-US" sz="900" b="1" dirty="0">
                <a:solidFill>
                  <a:schemeClr val="tx1"/>
                </a:solidFill>
              </a:rPr>
              <a:t> </a:t>
            </a:r>
          </a:p>
        </p:txBody>
      </p:sp>
      <p:sp>
        <p:nvSpPr>
          <p:cNvPr id="11" name="Rectangle 10">
            <a:extLst>
              <a:ext uri="{FF2B5EF4-FFF2-40B4-BE49-F238E27FC236}">
                <a16:creationId xmlns:a16="http://schemas.microsoft.com/office/drawing/2014/main" id="{93AF49BC-4FEF-F253-8935-7A1EA6DEC468}"/>
              </a:ext>
            </a:extLst>
          </p:cNvPr>
          <p:cNvSpPr/>
          <p:nvPr/>
        </p:nvSpPr>
        <p:spPr>
          <a:xfrm>
            <a:off x="2354687" y="1431921"/>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p>
        </p:txBody>
      </p:sp>
      <p:sp>
        <p:nvSpPr>
          <p:cNvPr id="12" name="Rectangle 11">
            <a:extLst>
              <a:ext uri="{FF2B5EF4-FFF2-40B4-BE49-F238E27FC236}">
                <a16:creationId xmlns:a16="http://schemas.microsoft.com/office/drawing/2014/main" id="{AC18DF77-7348-1515-6717-2A93B6DEB9A2}"/>
              </a:ext>
            </a:extLst>
          </p:cNvPr>
          <p:cNvSpPr/>
          <p:nvPr/>
        </p:nvSpPr>
        <p:spPr>
          <a:xfrm>
            <a:off x="2175456" y="1851873"/>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t>
            </a:r>
          </a:p>
        </p:txBody>
      </p:sp>
      <p:sp>
        <p:nvSpPr>
          <p:cNvPr id="13" name="Rectangle 12">
            <a:extLst>
              <a:ext uri="{FF2B5EF4-FFF2-40B4-BE49-F238E27FC236}">
                <a16:creationId xmlns:a16="http://schemas.microsoft.com/office/drawing/2014/main" id="{6C3F9362-CCC9-AAB8-95FE-C911E5CD314C}"/>
              </a:ext>
            </a:extLst>
          </p:cNvPr>
          <p:cNvSpPr/>
          <p:nvPr/>
        </p:nvSpPr>
        <p:spPr>
          <a:xfrm>
            <a:off x="2199068" y="2267487"/>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a:t>
            </a:r>
          </a:p>
        </p:txBody>
      </p:sp>
      <p:sp>
        <p:nvSpPr>
          <p:cNvPr id="14" name="Rectangle 13">
            <a:extLst>
              <a:ext uri="{FF2B5EF4-FFF2-40B4-BE49-F238E27FC236}">
                <a16:creationId xmlns:a16="http://schemas.microsoft.com/office/drawing/2014/main" id="{FEE8CCDE-B7B0-3561-93E3-40255FE712F0}"/>
              </a:ext>
            </a:extLst>
          </p:cNvPr>
          <p:cNvSpPr/>
          <p:nvPr/>
        </p:nvSpPr>
        <p:spPr>
          <a:xfrm>
            <a:off x="2354687" y="2704029"/>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p>
        </p:txBody>
      </p:sp>
      <p:sp>
        <p:nvSpPr>
          <p:cNvPr id="15" name="Rectangle 14">
            <a:extLst>
              <a:ext uri="{FF2B5EF4-FFF2-40B4-BE49-F238E27FC236}">
                <a16:creationId xmlns:a16="http://schemas.microsoft.com/office/drawing/2014/main" id="{11DC76D3-9AD7-9E0A-874D-2E9E7C69A53D}"/>
              </a:ext>
            </a:extLst>
          </p:cNvPr>
          <p:cNvSpPr/>
          <p:nvPr/>
        </p:nvSpPr>
        <p:spPr>
          <a:xfrm>
            <a:off x="2187262" y="3054309"/>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a:t>
            </a:r>
          </a:p>
        </p:txBody>
      </p:sp>
      <p:sp>
        <p:nvSpPr>
          <p:cNvPr id="16" name="Rectangle 15">
            <a:extLst>
              <a:ext uri="{FF2B5EF4-FFF2-40B4-BE49-F238E27FC236}">
                <a16:creationId xmlns:a16="http://schemas.microsoft.com/office/drawing/2014/main" id="{8057206F-1E60-1A6F-F2B5-6155DC2771B7}"/>
              </a:ext>
            </a:extLst>
          </p:cNvPr>
          <p:cNvSpPr/>
          <p:nvPr/>
        </p:nvSpPr>
        <p:spPr>
          <a:xfrm>
            <a:off x="2311757" y="3530567"/>
            <a:ext cx="440028" cy="1725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a:t>
            </a:r>
          </a:p>
        </p:txBody>
      </p:sp>
    </p:spTree>
    <p:extLst>
      <p:ext uri="{BB962C8B-B14F-4D97-AF65-F5344CB8AC3E}">
        <p14:creationId xmlns:p14="http://schemas.microsoft.com/office/powerpoint/2010/main" val="2832534016"/>
      </p:ext>
    </p:extLst>
  </p:cSld>
  <p:clrMapOvr>
    <a:masterClrMapping/>
  </p:clrMapOvr>
</p:sld>
</file>

<file path=ppt/theme/theme1.xml><?xml version="1.0" encoding="utf-8"?>
<a:theme xmlns:a="http://schemas.openxmlformats.org/drawingml/2006/main" name="Immunological Disorders Case Report by Slidesgo">
  <a:themeElements>
    <a:clrScheme name="Simple Light">
      <a:dk1>
        <a:srgbClr val="202020"/>
      </a:dk1>
      <a:lt1>
        <a:srgbClr val="EFEFEF"/>
      </a:lt1>
      <a:dk2>
        <a:srgbClr val="E1D010"/>
      </a:dk2>
      <a:lt2>
        <a:srgbClr val="D8D8D8"/>
      </a:lt2>
      <a:accent1>
        <a:srgbClr val="FFFFFF"/>
      </a:accent1>
      <a:accent2>
        <a:srgbClr val="FFFFFF"/>
      </a:accent2>
      <a:accent3>
        <a:srgbClr val="FFFFFF"/>
      </a:accent3>
      <a:accent4>
        <a:srgbClr val="FFFFFF"/>
      </a:accent4>
      <a:accent5>
        <a:srgbClr val="FFFFFF"/>
      </a:accent5>
      <a:accent6>
        <a:srgbClr val="FFFFFF"/>
      </a:accent6>
      <a:hlink>
        <a:srgbClr val="2020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2c1bb1-f131-4b31-96d8-24f5935bdb44" xsi:nil="true"/>
    <lcf76f155ced4ddcb4097134ff3c332f xmlns="7944e1ea-dc7d-4cba-9dce-151eba1e1ad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17EF2DF4FC484B8258FED6EB908863" ma:contentTypeVersion="11" ma:contentTypeDescription="Create a new document." ma:contentTypeScope="" ma:versionID="827ee6da9b8d20177582b542e5a756f6">
  <xsd:schema xmlns:xsd="http://www.w3.org/2001/XMLSchema" xmlns:xs="http://www.w3.org/2001/XMLSchema" xmlns:p="http://schemas.microsoft.com/office/2006/metadata/properties" xmlns:ns2="7944e1ea-dc7d-4cba-9dce-151eba1e1ad7" xmlns:ns3="452c1bb1-f131-4b31-96d8-24f5935bdb44" targetNamespace="http://schemas.microsoft.com/office/2006/metadata/properties" ma:root="true" ma:fieldsID="a79b56727364f2fccd4ea55e203d6f76" ns2:_="" ns3:_="">
    <xsd:import namespace="7944e1ea-dc7d-4cba-9dce-151eba1e1ad7"/>
    <xsd:import namespace="452c1bb1-f131-4b31-96d8-24f5935bdb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44e1ea-dc7d-4cba-9dce-151eba1e1a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2c1bb1-f131-4b31-96d8-24f5935bdb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042b0be-9456-47f4-9df4-8860065764c4}" ma:internalName="TaxCatchAll" ma:showField="CatchAllData" ma:web="452c1bb1-f131-4b31-96d8-24f5935bdb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FE3655-6454-445A-8868-415F8749D1EE}">
  <ds:schemaRefs>
    <ds:schemaRef ds:uri="http://schemas.microsoft.com/sharepoint/v3/contenttype/forms"/>
  </ds:schemaRefs>
</ds:datastoreItem>
</file>

<file path=customXml/itemProps2.xml><?xml version="1.0" encoding="utf-8"?>
<ds:datastoreItem xmlns:ds="http://schemas.openxmlformats.org/officeDocument/2006/customXml" ds:itemID="{E5F6EF59-1B8F-4034-BA81-C2BFFD586D0B}">
  <ds:schemaRefs>
    <ds:schemaRef ds:uri="452c1bb1-f131-4b31-96d8-24f5935bdb44"/>
    <ds:schemaRef ds:uri="7944e1ea-dc7d-4cba-9dce-151eba1e1ad7"/>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EAD48F-2F18-400A-B69B-10E1D1A2C582}">
  <ds:schemaRefs>
    <ds:schemaRef ds:uri="452c1bb1-f131-4b31-96d8-24f5935bdb44"/>
    <ds:schemaRef ds:uri="7944e1ea-dc7d-4cba-9dce-151eba1e1a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98a79ca-5a9a-4791-a243-f06afd67464d}" enabled="0" method="" siteId="{c98a79ca-5a9a-4791-a243-f06afd67464d}" removed="1"/>
</clbl:labelList>
</file>

<file path=docProps/app.xml><?xml version="1.0" encoding="utf-8"?>
<Properties xmlns="http://schemas.openxmlformats.org/officeDocument/2006/extended-properties" xmlns:vt="http://schemas.openxmlformats.org/officeDocument/2006/docPropsVTypes">
  <TotalTime>65</TotalTime>
  <Words>1458</Words>
  <Application>Microsoft Office PowerPoint</Application>
  <PresentationFormat>On-screen Show (16:9)</PresentationFormat>
  <Paragraphs>182</Paragraphs>
  <Slides>12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DM Sans</vt:lpstr>
      <vt:lpstr>Sora</vt:lpstr>
      <vt:lpstr>Aptos</vt:lpstr>
      <vt:lpstr>Figtree</vt:lpstr>
      <vt:lpstr>Arial</vt:lpstr>
      <vt:lpstr>Immunological Disorders Case Report by Slidesgo</vt:lpstr>
      <vt:lpstr>Blue Pulse– User Guide </vt:lpstr>
      <vt:lpstr>Water and Health Indicators Dictionary- Overview</vt:lpstr>
      <vt:lpstr>Water and Health Indicators Dictionary- Overview (cont’d)</vt:lpstr>
      <vt:lpstr>   Exploratory Data Analysis (EDA) EDA allows users to interact with the data intuitively and visually explore trends and patterns, understand data distributions across water and health indicators using historical data from 2006 to 2021, covering 140 countries and seven global regions. This section helps users generate hypotheses and build a deeper understanding of the dataset before conducting more detailed or targeted analyses.</vt:lpstr>
      <vt:lpstr>  Exploratory Data Analysis (EDA) (cont’d) EDA allows users to interact with the data intuitively and visually explore trends and patterns, understand data distributions across water and health indicators using historical data from 2006 to 2021, covering 140 countries and seven global regions. This section helps users generate hypotheses and build a deeper understanding of the dataset before conducting more detailed or targeted analyses.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FAN Jing</cp:lastModifiedBy>
  <cp:revision>17</cp:revision>
  <dcterms:modified xsi:type="dcterms:W3CDTF">2025-04-06T15:24:11Z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0x010100EC17EF2DF4FC484B8258FED6EB908863</vt:lpwstr>
  </property>
  <property fmtid="{D5CDD505-2E9C-101B-9397-08002B2CF9AE}" pid="3" name="MediaServiceImageTags">
    <vt:lpwstr/>
  </property>
</Properties>
</file>